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7" r:id="rId4"/>
    <p:sldId id="268" r:id="rId5"/>
    <p:sldId id="259" r:id="rId6"/>
    <p:sldId id="261" r:id="rId7"/>
    <p:sldId id="269" r:id="rId8"/>
    <p:sldId id="270" r:id="rId9"/>
    <p:sldId id="264" r:id="rId10"/>
    <p:sldId id="271" r:id="rId11"/>
    <p:sldId id="272" r:id="rId12"/>
    <p:sldId id="273"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620" autoAdjust="0"/>
  </p:normalViewPr>
  <p:slideViewPr>
    <p:cSldViewPr snapToGrid="0">
      <p:cViewPr varScale="1">
        <p:scale>
          <a:sx n="88" d="100"/>
          <a:sy n="88" d="100"/>
        </p:scale>
        <p:origin x="9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m Rahali Masbouri" userId="94d9c504-ac90-48e2-8e71-5e2500073cbc" providerId="ADAL" clId="{35871E9E-6380-4BD0-A089-0CA31C4DDA85}"/>
    <pc:docChg chg="undo custSel addSld delSld modSld sldOrd">
      <pc:chgData name="Mariam Rahali Masbouri" userId="94d9c504-ac90-48e2-8e71-5e2500073cbc" providerId="ADAL" clId="{35871E9E-6380-4BD0-A089-0CA31C4DDA85}" dt="2026-03-26T07:59:17.891" v="6080" actId="20577"/>
      <pc:docMkLst>
        <pc:docMk/>
      </pc:docMkLst>
      <pc:sldChg chg="addSp delSp modSp new mod">
        <pc:chgData name="Mariam Rahali Masbouri" userId="94d9c504-ac90-48e2-8e71-5e2500073cbc" providerId="ADAL" clId="{35871E9E-6380-4BD0-A089-0CA31C4DDA85}" dt="2026-03-25T06:56:02.481" v="3350"/>
        <pc:sldMkLst>
          <pc:docMk/>
          <pc:sldMk cId="3199821976" sldId="256"/>
        </pc:sldMkLst>
        <pc:spChg chg="mod">
          <ac:chgData name="Mariam Rahali Masbouri" userId="94d9c504-ac90-48e2-8e71-5e2500073cbc" providerId="ADAL" clId="{35871E9E-6380-4BD0-A089-0CA31C4DDA85}" dt="2026-03-23T20:51:28.665" v="56" actId="404"/>
          <ac:spMkLst>
            <pc:docMk/>
            <pc:sldMk cId="3199821976" sldId="256"/>
            <ac:spMk id="2" creationId="{E97E52A1-6772-F162-B678-305E6AFD4364}"/>
          </ac:spMkLst>
        </pc:spChg>
        <pc:spChg chg="mod">
          <ac:chgData name="Mariam Rahali Masbouri" userId="94d9c504-ac90-48e2-8e71-5e2500073cbc" providerId="ADAL" clId="{35871E9E-6380-4BD0-A089-0CA31C4DDA85}" dt="2026-03-23T20:51:38.212" v="96" actId="20577"/>
          <ac:spMkLst>
            <pc:docMk/>
            <pc:sldMk cId="3199821976" sldId="256"/>
            <ac:spMk id="3" creationId="{25A4AC0D-612C-55EA-5B00-AC6D7149EDE8}"/>
          </ac:spMkLst>
        </pc:spChg>
        <pc:spChg chg="add del mod">
          <ac:chgData name="Mariam Rahali Masbouri" userId="94d9c504-ac90-48e2-8e71-5e2500073cbc" providerId="ADAL" clId="{35871E9E-6380-4BD0-A089-0CA31C4DDA85}" dt="2026-03-25T06:56:02.481" v="3350"/>
          <ac:spMkLst>
            <pc:docMk/>
            <pc:sldMk cId="3199821976" sldId="256"/>
            <ac:spMk id="4" creationId="{79396C3E-6BA0-1A82-66EE-E30DA824860A}"/>
          </ac:spMkLst>
        </pc:spChg>
      </pc:sldChg>
      <pc:sldChg chg="addSp delSp modSp new mod">
        <pc:chgData name="Mariam Rahali Masbouri" userId="94d9c504-ac90-48e2-8e71-5e2500073cbc" providerId="ADAL" clId="{35871E9E-6380-4BD0-A089-0CA31C4DDA85}" dt="2026-03-25T06:56:34.589" v="3352" actId="20577"/>
        <pc:sldMkLst>
          <pc:docMk/>
          <pc:sldMk cId="749989772" sldId="257"/>
        </pc:sldMkLst>
        <pc:spChg chg="mod">
          <ac:chgData name="Mariam Rahali Masbouri" userId="94d9c504-ac90-48e2-8e71-5e2500073cbc" providerId="ADAL" clId="{35871E9E-6380-4BD0-A089-0CA31C4DDA85}" dt="2026-03-23T20:52:22.874" v="151" actId="1076"/>
          <ac:spMkLst>
            <pc:docMk/>
            <pc:sldMk cId="749989772" sldId="257"/>
            <ac:spMk id="2" creationId="{B98D1D65-9B30-0EEC-5FE8-82C1B56FDB97}"/>
          </ac:spMkLst>
        </pc:spChg>
        <pc:spChg chg="add mod">
          <ac:chgData name="Mariam Rahali Masbouri" userId="94d9c504-ac90-48e2-8e71-5e2500073cbc" providerId="ADAL" clId="{35871E9E-6380-4BD0-A089-0CA31C4DDA85}" dt="2026-03-25T06:56:34.589" v="3352" actId="20577"/>
          <ac:spMkLst>
            <pc:docMk/>
            <pc:sldMk cId="749989772" sldId="257"/>
            <ac:spMk id="3" creationId="{A10D1C6F-0BA0-4B9D-CFDD-9502FF81B740}"/>
          </ac:spMkLst>
        </pc:spChg>
        <pc:spChg chg="add mod">
          <ac:chgData name="Mariam Rahali Masbouri" userId="94d9c504-ac90-48e2-8e71-5e2500073cbc" providerId="ADAL" clId="{35871E9E-6380-4BD0-A089-0CA31C4DDA85}" dt="2026-03-23T20:57:27.539" v="485" actId="113"/>
          <ac:spMkLst>
            <pc:docMk/>
            <pc:sldMk cId="749989772" sldId="257"/>
            <ac:spMk id="4" creationId="{9E61976D-4D3C-B14E-59E8-64E361E41D80}"/>
          </ac:spMkLst>
        </pc:spChg>
        <pc:spChg chg="add mod">
          <ac:chgData name="Mariam Rahali Masbouri" userId="94d9c504-ac90-48e2-8e71-5e2500073cbc" providerId="ADAL" clId="{35871E9E-6380-4BD0-A089-0CA31C4DDA85}" dt="2026-03-24T07:12:29.869" v="1360" actId="1076"/>
          <ac:spMkLst>
            <pc:docMk/>
            <pc:sldMk cId="749989772" sldId="257"/>
            <ac:spMk id="5" creationId="{7269C9AC-A444-A1A9-A806-66EC49B2CBF6}"/>
          </ac:spMkLst>
        </pc:spChg>
        <pc:spChg chg="add mod">
          <ac:chgData name="Mariam Rahali Masbouri" userId="94d9c504-ac90-48e2-8e71-5e2500073cbc" providerId="ADAL" clId="{35871E9E-6380-4BD0-A089-0CA31C4DDA85}" dt="2026-03-24T07:19:32.862" v="1644" actId="20577"/>
          <ac:spMkLst>
            <pc:docMk/>
            <pc:sldMk cId="749989772" sldId="257"/>
            <ac:spMk id="6" creationId="{0821AFA0-8187-48D8-0E3C-08990E8DE704}"/>
          </ac:spMkLst>
        </pc:spChg>
        <pc:spChg chg="add mod">
          <ac:chgData name="Mariam Rahali Masbouri" userId="94d9c504-ac90-48e2-8e71-5e2500073cbc" providerId="ADAL" clId="{35871E9E-6380-4BD0-A089-0CA31C4DDA85}" dt="2026-03-24T07:18:00.065" v="1508" actId="1076"/>
          <ac:spMkLst>
            <pc:docMk/>
            <pc:sldMk cId="749989772" sldId="257"/>
            <ac:spMk id="9" creationId="{7D558111-7359-CF13-C0D3-F36B980E4A93}"/>
          </ac:spMkLst>
        </pc:spChg>
        <pc:picChg chg="add mod">
          <ac:chgData name="Mariam Rahali Masbouri" userId="94d9c504-ac90-48e2-8e71-5e2500073cbc" providerId="ADAL" clId="{35871E9E-6380-4BD0-A089-0CA31C4DDA85}" dt="2026-03-24T07:12:26.226" v="1359" actId="1076"/>
          <ac:picMkLst>
            <pc:docMk/>
            <pc:sldMk cId="749989772" sldId="257"/>
            <ac:picMk id="2050" creationId="{F9B705CA-D341-DF73-6281-BA2E43595F78}"/>
          </ac:picMkLst>
        </pc:picChg>
      </pc:sldChg>
      <pc:sldChg chg="addSp delSp modSp add del mod">
        <pc:chgData name="Mariam Rahali Masbouri" userId="94d9c504-ac90-48e2-8e71-5e2500073cbc" providerId="ADAL" clId="{35871E9E-6380-4BD0-A089-0CA31C4DDA85}" dt="2026-03-26T07:58:41.641" v="6007" actId="47"/>
        <pc:sldMkLst>
          <pc:docMk/>
          <pc:sldMk cId="1332141955" sldId="258"/>
        </pc:sldMkLst>
        <pc:spChg chg="add mod">
          <ac:chgData name="Mariam Rahali Masbouri" userId="94d9c504-ac90-48e2-8e71-5e2500073cbc" providerId="ADAL" clId="{35871E9E-6380-4BD0-A089-0CA31C4DDA85}" dt="2026-03-25T06:59:46.719" v="3393" actId="20577"/>
          <ac:spMkLst>
            <pc:docMk/>
            <pc:sldMk cId="1332141955" sldId="258"/>
            <ac:spMk id="3" creationId="{AEA9F212-7648-F8B6-F195-D8DBD3BAA184}"/>
          </ac:spMkLst>
        </pc:spChg>
      </pc:sldChg>
      <pc:sldChg chg="addSp delSp modSp add mod ord">
        <pc:chgData name="Mariam Rahali Masbouri" userId="94d9c504-ac90-48e2-8e71-5e2500073cbc" providerId="ADAL" clId="{35871E9E-6380-4BD0-A089-0CA31C4DDA85}" dt="2026-03-25T07:13:19.309" v="3828" actId="20577"/>
        <pc:sldMkLst>
          <pc:docMk/>
          <pc:sldMk cId="2789594918" sldId="259"/>
        </pc:sldMkLst>
        <pc:spChg chg="mod">
          <ac:chgData name="Mariam Rahali Masbouri" userId="94d9c504-ac90-48e2-8e71-5e2500073cbc" providerId="ADAL" clId="{35871E9E-6380-4BD0-A089-0CA31C4DDA85}" dt="2026-03-23T21:03:00.596" v="775" actId="20577"/>
          <ac:spMkLst>
            <pc:docMk/>
            <pc:sldMk cId="2789594918" sldId="259"/>
            <ac:spMk id="2" creationId="{5E718950-E43C-37FB-FD18-5AF8FB9E7DF6}"/>
          </ac:spMkLst>
        </pc:spChg>
        <pc:spChg chg="mod">
          <ac:chgData name="Mariam Rahali Masbouri" userId="94d9c504-ac90-48e2-8e71-5e2500073cbc" providerId="ADAL" clId="{35871E9E-6380-4BD0-A089-0CA31C4DDA85}" dt="2026-03-25T07:13:19.309" v="3828" actId="20577"/>
          <ac:spMkLst>
            <pc:docMk/>
            <pc:sldMk cId="2789594918" sldId="259"/>
            <ac:spMk id="3" creationId="{32B8AB40-76B9-475F-58DD-43BAB2FB42F1}"/>
          </ac:spMkLst>
        </pc:spChg>
        <pc:spChg chg="mod">
          <ac:chgData name="Mariam Rahali Masbouri" userId="94d9c504-ac90-48e2-8e71-5e2500073cbc" providerId="ADAL" clId="{35871E9E-6380-4BD0-A089-0CA31C4DDA85}" dt="2026-03-23T21:03:47.791" v="797" actId="1076"/>
          <ac:spMkLst>
            <pc:docMk/>
            <pc:sldMk cId="2789594918" sldId="259"/>
            <ac:spMk id="6" creationId="{1B54754B-A2C0-B029-4314-4FBE395265AA}"/>
          </ac:spMkLst>
        </pc:spChg>
        <pc:spChg chg="add mod">
          <ac:chgData name="Mariam Rahali Masbouri" userId="94d9c504-ac90-48e2-8e71-5e2500073cbc" providerId="ADAL" clId="{35871E9E-6380-4BD0-A089-0CA31C4DDA85}" dt="2026-03-25T07:13:08.524" v="3826" actId="1076"/>
          <ac:spMkLst>
            <pc:docMk/>
            <pc:sldMk cId="2789594918" sldId="259"/>
            <ac:spMk id="9" creationId="{A0A316F0-B504-61A8-12E5-30BCD6C3215F}"/>
          </ac:spMkLst>
        </pc:spChg>
        <pc:picChg chg="add mod">
          <ac:chgData name="Mariam Rahali Masbouri" userId="94d9c504-ac90-48e2-8e71-5e2500073cbc" providerId="ADAL" clId="{35871E9E-6380-4BD0-A089-0CA31C4DDA85}" dt="2026-03-25T07:12:35.666" v="3767" actId="1076"/>
          <ac:picMkLst>
            <pc:docMk/>
            <pc:sldMk cId="2789594918" sldId="259"/>
            <ac:picMk id="7" creationId="{0E4CEB1B-DF0A-DAC4-B2C6-AABEE2D9B7B8}"/>
          </ac:picMkLst>
        </pc:picChg>
        <pc:picChg chg="add mod">
          <ac:chgData name="Mariam Rahali Masbouri" userId="94d9c504-ac90-48e2-8e71-5e2500073cbc" providerId="ADAL" clId="{35871E9E-6380-4BD0-A089-0CA31C4DDA85}" dt="2026-03-25T07:12:38.700" v="3768" actId="1076"/>
          <ac:picMkLst>
            <pc:docMk/>
            <pc:sldMk cId="2789594918" sldId="259"/>
            <ac:picMk id="8" creationId="{3A7B1736-5FF6-CE67-65CE-9D63E17B68FB}"/>
          </ac:picMkLst>
        </pc:picChg>
      </pc:sldChg>
      <pc:sldChg chg="addSp delSp modSp add del mod ord">
        <pc:chgData name="Mariam Rahali Masbouri" userId="94d9c504-ac90-48e2-8e71-5e2500073cbc" providerId="ADAL" clId="{35871E9E-6380-4BD0-A089-0CA31C4DDA85}" dt="2026-03-26T07:58:47.030" v="6009" actId="47"/>
        <pc:sldMkLst>
          <pc:docMk/>
          <pc:sldMk cId="2646711145" sldId="260"/>
        </pc:sldMkLst>
        <pc:spChg chg="add mod">
          <ac:chgData name="Mariam Rahali Masbouri" userId="94d9c504-ac90-48e2-8e71-5e2500073cbc" providerId="ADAL" clId="{35871E9E-6380-4BD0-A089-0CA31C4DDA85}" dt="2026-03-25T07:24:29.645" v="4322" actId="13926"/>
          <ac:spMkLst>
            <pc:docMk/>
            <pc:sldMk cId="2646711145" sldId="260"/>
            <ac:spMk id="3" creationId="{CD5F1890-2008-5CC6-55F3-8F8B3E6FBD22}"/>
          </ac:spMkLst>
        </pc:spChg>
        <pc:spChg chg="add mod">
          <ac:chgData name="Mariam Rahali Masbouri" userId="94d9c504-ac90-48e2-8e71-5e2500073cbc" providerId="ADAL" clId="{35871E9E-6380-4BD0-A089-0CA31C4DDA85}" dt="2026-03-25T07:25:11.237" v="4396" actId="1038"/>
          <ac:spMkLst>
            <pc:docMk/>
            <pc:sldMk cId="2646711145" sldId="260"/>
            <ac:spMk id="4" creationId="{4FBA2882-A80D-4215-791C-769A2FB068F1}"/>
          </ac:spMkLst>
        </pc:spChg>
        <pc:spChg chg="add mod">
          <ac:chgData name="Mariam Rahali Masbouri" userId="94d9c504-ac90-48e2-8e71-5e2500073cbc" providerId="ADAL" clId="{35871E9E-6380-4BD0-A089-0CA31C4DDA85}" dt="2026-03-25T07:26:14.095" v="4506" actId="1076"/>
          <ac:spMkLst>
            <pc:docMk/>
            <pc:sldMk cId="2646711145" sldId="260"/>
            <ac:spMk id="5" creationId="{0286D042-D30D-E25E-48A8-CF7C83DAA9C9}"/>
          </ac:spMkLst>
        </pc:spChg>
      </pc:sldChg>
      <pc:sldChg chg="addSp delSp modSp add mod ord">
        <pc:chgData name="Mariam Rahali Masbouri" userId="94d9c504-ac90-48e2-8e71-5e2500073cbc" providerId="ADAL" clId="{35871E9E-6380-4BD0-A089-0CA31C4DDA85}" dt="2026-03-25T07:17:02.245" v="3939" actId="20577"/>
        <pc:sldMkLst>
          <pc:docMk/>
          <pc:sldMk cId="1331982968" sldId="261"/>
        </pc:sldMkLst>
        <pc:spChg chg="mod">
          <ac:chgData name="Mariam Rahali Masbouri" userId="94d9c504-ac90-48e2-8e71-5e2500073cbc" providerId="ADAL" clId="{35871E9E-6380-4BD0-A089-0CA31C4DDA85}" dt="2026-03-23T21:04:39.144" v="810" actId="20577"/>
          <ac:spMkLst>
            <pc:docMk/>
            <pc:sldMk cId="1331982968" sldId="261"/>
            <ac:spMk id="2" creationId="{43171269-4EF2-E9EA-B0A8-B953548C0699}"/>
          </ac:spMkLst>
        </pc:spChg>
        <pc:spChg chg="mod">
          <ac:chgData name="Mariam Rahali Masbouri" userId="94d9c504-ac90-48e2-8e71-5e2500073cbc" providerId="ADAL" clId="{35871E9E-6380-4BD0-A089-0CA31C4DDA85}" dt="2026-03-25T07:17:02.245" v="3939" actId="20577"/>
          <ac:spMkLst>
            <pc:docMk/>
            <pc:sldMk cId="1331982968" sldId="261"/>
            <ac:spMk id="3" creationId="{4D780726-1BDE-4775-9C35-588F570B3F70}"/>
          </ac:spMkLst>
        </pc:spChg>
        <pc:picChg chg="add mod">
          <ac:chgData name="Mariam Rahali Masbouri" userId="94d9c504-ac90-48e2-8e71-5e2500073cbc" providerId="ADAL" clId="{35871E9E-6380-4BD0-A089-0CA31C4DDA85}" dt="2026-03-23T21:05:07.141" v="817" actId="14100"/>
          <ac:picMkLst>
            <pc:docMk/>
            <pc:sldMk cId="1331982968" sldId="261"/>
            <ac:picMk id="3074" creationId="{A8A8F4D2-0CD1-3708-F4E8-D8CCAFE2C81F}"/>
          </ac:picMkLst>
        </pc:picChg>
      </pc:sldChg>
      <pc:sldChg chg="addSp delSp modSp add del mod modNotesTx">
        <pc:chgData name="Mariam Rahali Masbouri" userId="94d9c504-ac90-48e2-8e71-5e2500073cbc" providerId="ADAL" clId="{35871E9E-6380-4BD0-A089-0CA31C4DDA85}" dt="2026-03-26T07:58:42.789" v="6008" actId="47"/>
        <pc:sldMkLst>
          <pc:docMk/>
          <pc:sldMk cId="303723884" sldId="262"/>
        </pc:sldMkLst>
      </pc:sldChg>
      <pc:sldChg chg="addSp delSp modSp add del mod">
        <pc:chgData name="Mariam Rahali Masbouri" userId="94d9c504-ac90-48e2-8e71-5e2500073cbc" providerId="ADAL" clId="{35871E9E-6380-4BD0-A089-0CA31C4DDA85}" dt="2026-03-26T07:58:47.877" v="6010" actId="47"/>
        <pc:sldMkLst>
          <pc:docMk/>
          <pc:sldMk cId="1799677316" sldId="263"/>
        </pc:sldMkLst>
        <pc:spChg chg="mod">
          <ac:chgData name="Mariam Rahali Masbouri" userId="94d9c504-ac90-48e2-8e71-5e2500073cbc" providerId="ADAL" clId="{35871E9E-6380-4BD0-A089-0CA31C4DDA85}" dt="2026-03-23T21:10:32.515" v="921" actId="20577"/>
          <ac:spMkLst>
            <pc:docMk/>
            <pc:sldMk cId="1799677316" sldId="263"/>
            <ac:spMk id="2" creationId="{F6DDDE03-DBA5-03BB-4006-E2770D457599}"/>
          </ac:spMkLst>
        </pc:spChg>
        <pc:spChg chg="add mod">
          <ac:chgData name="Mariam Rahali Masbouri" userId="94d9c504-ac90-48e2-8e71-5e2500073cbc" providerId="ADAL" clId="{35871E9E-6380-4BD0-A089-0CA31C4DDA85}" dt="2026-03-25T07:28:16.058" v="4696" actId="1076"/>
          <ac:spMkLst>
            <pc:docMk/>
            <pc:sldMk cId="1799677316" sldId="263"/>
            <ac:spMk id="3" creationId="{F3EBF5C8-DA34-14D4-8843-6106EB25EC22}"/>
          </ac:spMkLst>
        </pc:spChg>
        <pc:spChg chg="add mod">
          <ac:chgData name="Mariam Rahali Masbouri" userId="94d9c504-ac90-48e2-8e71-5e2500073cbc" providerId="ADAL" clId="{35871E9E-6380-4BD0-A089-0CA31C4DDA85}" dt="2026-03-25T07:28:13.780" v="4695" actId="1076"/>
          <ac:spMkLst>
            <pc:docMk/>
            <pc:sldMk cId="1799677316" sldId="263"/>
            <ac:spMk id="4" creationId="{6677468C-306F-CB83-927F-FD5C71EEDE10}"/>
          </ac:spMkLst>
        </pc:spChg>
        <pc:spChg chg="add mod">
          <ac:chgData name="Mariam Rahali Masbouri" userId="94d9c504-ac90-48e2-8e71-5e2500073cbc" providerId="ADAL" clId="{35871E9E-6380-4BD0-A089-0CA31C4DDA85}" dt="2026-03-25T07:28:49.449" v="4763" actId="1076"/>
          <ac:spMkLst>
            <pc:docMk/>
            <pc:sldMk cId="1799677316" sldId="263"/>
            <ac:spMk id="5" creationId="{591A8595-FB0C-9A40-5390-71F758180917}"/>
          </ac:spMkLst>
        </pc:spChg>
        <pc:picChg chg="add mod">
          <ac:chgData name="Mariam Rahali Masbouri" userId="94d9c504-ac90-48e2-8e71-5e2500073cbc" providerId="ADAL" clId="{35871E9E-6380-4BD0-A089-0CA31C4DDA85}" dt="2026-03-25T07:28:10.694" v="4694" actId="1076"/>
          <ac:picMkLst>
            <pc:docMk/>
            <pc:sldMk cId="1799677316" sldId="263"/>
            <ac:picMk id="7170" creationId="{8F4AB06B-0359-A0A9-A2F0-CF1640305D26}"/>
          </ac:picMkLst>
        </pc:picChg>
        <pc:picChg chg="add mod">
          <ac:chgData name="Mariam Rahali Masbouri" userId="94d9c504-ac90-48e2-8e71-5e2500073cbc" providerId="ADAL" clId="{35871E9E-6380-4BD0-A089-0CA31C4DDA85}" dt="2026-03-25T07:28:20.070" v="4697" actId="1076"/>
          <ac:picMkLst>
            <pc:docMk/>
            <pc:sldMk cId="1799677316" sldId="263"/>
            <ac:picMk id="7172" creationId="{2DAC08B8-C48A-78B2-49CD-8BF7F329FE36}"/>
          </ac:picMkLst>
        </pc:picChg>
      </pc:sldChg>
      <pc:sldChg chg="addSp delSp modSp add mod ord">
        <pc:chgData name="Mariam Rahali Masbouri" userId="94d9c504-ac90-48e2-8e71-5e2500073cbc" providerId="ADAL" clId="{35871E9E-6380-4BD0-A089-0CA31C4DDA85}" dt="2026-03-25T07:20:30.838" v="3953" actId="20577"/>
        <pc:sldMkLst>
          <pc:docMk/>
          <pc:sldMk cId="2559556003" sldId="264"/>
        </pc:sldMkLst>
        <pc:spChg chg="mod">
          <ac:chgData name="Mariam Rahali Masbouri" userId="94d9c504-ac90-48e2-8e71-5e2500073cbc" providerId="ADAL" clId="{35871E9E-6380-4BD0-A089-0CA31C4DDA85}" dt="2026-03-23T21:12:03.936" v="947" actId="20577"/>
          <ac:spMkLst>
            <pc:docMk/>
            <pc:sldMk cId="2559556003" sldId="264"/>
            <ac:spMk id="2" creationId="{95B2D6AB-5609-6C5D-522D-193AEE6234F1}"/>
          </ac:spMkLst>
        </pc:spChg>
        <pc:spChg chg="mod">
          <ac:chgData name="Mariam Rahali Masbouri" userId="94d9c504-ac90-48e2-8e71-5e2500073cbc" providerId="ADAL" clId="{35871E9E-6380-4BD0-A089-0CA31C4DDA85}" dt="2026-03-25T07:20:30.838" v="3953" actId="20577"/>
          <ac:spMkLst>
            <pc:docMk/>
            <pc:sldMk cId="2559556003" sldId="264"/>
            <ac:spMk id="3" creationId="{AC32ABF9-51F2-A954-BA0E-D802ADF51CDF}"/>
          </ac:spMkLst>
        </pc:spChg>
        <pc:spChg chg="add mod">
          <ac:chgData name="Mariam Rahali Masbouri" userId="94d9c504-ac90-48e2-8e71-5e2500073cbc" providerId="ADAL" clId="{35871E9E-6380-4BD0-A089-0CA31C4DDA85}" dt="2026-03-25T07:20:27.509" v="3949" actId="1076"/>
          <ac:spMkLst>
            <pc:docMk/>
            <pc:sldMk cId="2559556003" sldId="264"/>
            <ac:spMk id="7" creationId="{4C9F4680-41D4-77D0-335A-D888A5366B10}"/>
          </ac:spMkLst>
        </pc:spChg>
        <pc:picChg chg="add mod">
          <ac:chgData name="Mariam Rahali Masbouri" userId="94d9c504-ac90-48e2-8e71-5e2500073cbc" providerId="ADAL" clId="{35871E9E-6380-4BD0-A089-0CA31C4DDA85}" dt="2026-03-23T21:12:30.725" v="952" actId="14100"/>
          <ac:picMkLst>
            <pc:docMk/>
            <pc:sldMk cId="2559556003" sldId="264"/>
            <ac:picMk id="8194" creationId="{2FC6A44B-F750-62F1-3BA8-D66AD12423D7}"/>
          </ac:picMkLst>
        </pc:picChg>
      </pc:sldChg>
      <pc:sldChg chg="addSp delSp modSp add del mod ord">
        <pc:chgData name="Mariam Rahali Masbouri" userId="94d9c504-ac90-48e2-8e71-5e2500073cbc" providerId="ADAL" clId="{35871E9E-6380-4BD0-A089-0CA31C4DDA85}" dt="2026-03-26T07:58:50.915" v="6011" actId="47"/>
        <pc:sldMkLst>
          <pc:docMk/>
          <pc:sldMk cId="3469520601" sldId="265"/>
        </pc:sldMkLst>
        <pc:spChg chg="mod">
          <ac:chgData name="Mariam Rahali Masbouri" userId="94d9c504-ac90-48e2-8e71-5e2500073cbc" providerId="ADAL" clId="{35871E9E-6380-4BD0-A089-0CA31C4DDA85}" dt="2026-03-23T21:12:42.253" v="959" actId="20577"/>
          <ac:spMkLst>
            <pc:docMk/>
            <pc:sldMk cId="3469520601" sldId="265"/>
            <ac:spMk id="2" creationId="{E9BC35B4-77A6-2649-BC6C-3D71CE55642C}"/>
          </ac:spMkLst>
        </pc:spChg>
        <pc:spChg chg="add mod">
          <ac:chgData name="Mariam Rahali Masbouri" userId="94d9c504-ac90-48e2-8e71-5e2500073cbc" providerId="ADAL" clId="{35871E9E-6380-4BD0-A089-0CA31C4DDA85}" dt="2026-03-25T07:32:53.248" v="5050" actId="1076"/>
          <ac:spMkLst>
            <pc:docMk/>
            <pc:sldMk cId="3469520601" sldId="265"/>
            <ac:spMk id="3" creationId="{F1013DC2-F522-8AED-A909-48EF056324C6}"/>
          </ac:spMkLst>
        </pc:spChg>
        <pc:spChg chg="add mod">
          <ac:chgData name="Mariam Rahali Masbouri" userId="94d9c504-ac90-48e2-8e71-5e2500073cbc" providerId="ADAL" clId="{35871E9E-6380-4BD0-A089-0CA31C4DDA85}" dt="2026-03-25T07:32:50.852" v="5049" actId="14100"/>
          <ac:spMkLst>
            <pc:docMk/>
            <pc:sldMk cId="3469520601" sldId="265"/>
            <ac:spMk id="4" creationId="{05FF9D73-634A-F01C-8085-1154E77B8669}"/>
          </ac:spMkLst>
        </pc:spChg>
        <pc:spChg chg="add mod">
          <ac:chgData name="Mariam Rahali Masbouri" userId="94d9c504-ac90-48e2-8e71-5e2500073cbc" providerId="ADAL" clId="{35871E9E-6380-4BD0-A089-0CA31C4DDA85}" dt="2026-03-25T07:34:31.984" v="5189" actId="13926"/>
          <ac:spMkLst>
            <pc:docMk/>
            <pc:sldMk cId="3469520601" sldId="265"/>
            <ac:spMk id="5" creationId="{CFB67985-4227-8286-9A02-FBAD76A470F3}"/>
          </ac:spMkLst>
        </pc:spChg>
        <pc:picChg chg="add mod">
          <ac:chgData name="Mariam Rahali Masbouri" userId="94d9c504-ac90-48e2-8e71-5e2500073cbc" providerId="ADAL" clId="{35871E9E-6380-4BD0-A089-0CA31C4DDA85}" dt="2026-03-23T21:13:37.972" v="972" actId="1076"/>
          <ac:picMkLst>
            <pc:docMk/>
            <pc:sldMk cId="3469520601" sldId="265"/>
            <ac:picMk id="9218" creationId="{DB468735-A224-C75B-84E8-5D468B3D4A62}"/>
          </ac:picMkLst>
        </pc:picChg>
        <pc:picChg chg="add mod">
          <ac:chgData name="Mariam Rahali Masbouri" userId="94d9c504-ac90-48e2-8e71-5e2500073cbc" providerId="ADAL" clId="{35871E9E-6380-4BD0-A089-0CA31C4DDA85}" dt="2026-03-25T07:31:54.867" v="4970" actId="1076"/>
          <ac:picMkLst>
            <pc:docMk/>
            <pc:sldMk cId="3469520601" sldId="265"/>
            <ac:picMk id="9220" creationId="{F55F55B4-2853-5C7B-859A-CADC2C6A32F6}"/>
          </ac:picMkLst>
        </pc:picChg>
      </pc:sldChg>
      <pc:sldChg chg="addSp delSp modSp add del mod">
        <pc:chgData name="Mariam Rahali Masbouri" userId="94d9c504-ac90-48e2-8e71-5e2500073cbc" providerId="ADAL" clId="{35871E9E-6380-4BD0-A089-0CA31C4DDA85}" dt="2026-03-26T07:58:52.020" v="6012" actId="47"/>
        <pc:sldMkLst>
          <pc:docMk/>
          <pc:sldMk cId="1881367386" sldId="266"/>
        </pc:sldMkLst>
        <pc:spChg chg="mod">
          <ac:chgData name="Mariam Rahali Masbouri" userId="94d9c504-ac90-48e2-8e71-5e2500073cbc" providerId="ADAL" clId="{35871E9E-6380-4BD0-A089-0CA31C4DDA85}" dt="2026-03-25T07:06:26.222" v="3615" actId="20577"/>
          <ac:spMkLst>
            <pc:docMk/>
            <pc:sldMk cId="1881367386" sldId="266"/>
            <ac:spMk id="2" creationId="{ED7FC977-25AF-1606-80BA-E633F708FA1A}"/>
          </ac:spMkLst>
        </pc:spChg>
        <pc:spChg chg="add mod">
          <ac:chgData name="Mariam Rahali Masbouri" userId="94d9c504-ac90-48e2-8e71-5e2500073cbc" providerId="ADAL" clId="{35871E9E-6380-4BD0-A089-0CA31C4DDA85}" dt="2026-03-25T07:35:38.808" v="5259" actId="1076"/>
          <ac:spMkLst>
            <pc:docMk/>
            <pc:sldMk cId="1881367386" sldId="266"/>
            <ac:spMk id="3" creationId="{7F464BD5-365D-63CE-F295-07BA0F55711E}"/>
          </ac:spMkLst>
        </pc:spChg>
        <pc:spChg chg="add mod">
          <ac:chgData name="Mariam Rahali Masbouri" userId="94d9c504-ac90-48e2-8e71-5e2500073cbc" providerId="ADAL" clId="{35871E9E-6380-4BD0-A089-0CA31C4DDA85}" dt="2026-03-25T07:35:59.925" v="5293" actId="1076"/>
          <ac:spMkLst>
            <pc:docMk/>
            <pc:sldMk cId="1881367386" sldId="266"/>
            <ac:spMk id="4" creationId="{B0E94724-1AAD-8BCD-CCEB-2016AE0F524E}"/>
          </ac:spMkLst>
        </pc:spChg>
        <pc:spChg chg="add mod">
          <ac:chgData name="Mariam Rahali Masbouri" userId="94d9c504-ac90-48e2-8e71-5e2500073cbc" providerId="ADAL" clId="{35871E9E-6380-4BD0-A089-0CA31C4DDA85}" dt="2026-03-25T07:36:22.696" v="5350" actId="1076"/>
          <ac:spMkLst>
            <pc:docMk/>
            <pc:sldMk cId="1881367386" sldId="266"/>
            <ac:spMk id="5" creationId="{242304D5-9394-99B1-6D03-BDAE8A20C2A4}"/>
          </ac:spMkLst>
        </pc:spChg>
        <pc:picChg chg="add mod">
          <ac:chgData name="Mariam Rahali Masbouri" userId="94d9c504-ac90-48e2-8e71-5e2500073cbc" providerId="ADAL" clId="{35871E9E-6380-4BD0-A089-0CA31C4DDA85}" dt="2026-03-25T07:34:45.846" v="5194" actId="1076"/>
          <ac:picMkLst>
            <pc:docMk/>
            <pc:sldMk cId="1881367386" sldId="266"/>
            <ac:picMk id="10242" creationId="{2CCB75DE-837A-D4F5-43DF-4A0484454F0A}"/>
          </ac:picMkLst>
        </pc:picChg>
        <pc:picChg chg="add mod">
          <ac:chgData name="Mariam Rahali Masbouri" userId="94d9c504-ac90-48e2-8e71-5e2500073cbc" providerId="ADAL" clId="{35871E9E-6380-4BD0-A089-0CA31C4DDA85}" dt="2026-03-25T07:34:44.194" v="5193" actId="1076"/>
          <ac:picMkLst>
            <pc:docMk/>
            <pc:sldMk cId="1881367386" sldId="266"/>
            <ac:picMk id="10244" creationId="{ED182071-8690-F7F3-E576-BB53BF8D5917}"/>
          </ac:picMkLst>
        </pc:picChg>
      </pc:sldChg>
      <pc:sldChg chg="addSp delSp modSp add mod ord modNotesTx">
        <pc:chgData name="Mariam Rahali Masbouri" userId="94d9c504-ac90-48e2-8e71-5e2500073cbc" providerId="ADAL" clId="{35871E9E-6380-4BD0-A089-0CA31C4DDA85}" dt="2026-03-26T07:59:17.891" v="6080" actId="20577"/>
        <pc:sldMkLst>
          <pc:docMk/>
          <pc:sldMk cId="3200976542" sldId="267"/>
        </pc:sldMkLst>
        <pc:spChg chg="mod">
          <ac:chgData name="Mariam Rahali Masbouri" userId="94d9c504-ac90-48e2-8e71-5e2500073cbc" providerId="ADAL" clId="{35871E9E-6380-4BD0-A089-0CA31C4DDA85}" dt="2026-03-25T07:00:11.703" v="3428" actId="20577"/>
          <ac:spMkLst>
            <pc:docMk/>
            <pc:sldMk cId="3200976542" sldId="267"/>
            <ac:spMk id="2" creationId="{12D0D191-E8D9-8666-DAA8-825FF4CB4C34}"/>
          </ac:spMkLst>
        </pc:spChg>
        <pc:spChg chg="mod">
          <ac:chgData name="Mariam Rahali Masbouri" userId="94d9c504-ac90-48e2-8e71-5e2500073cbc" providerId="ADAL" clId="{35871E9E-6380-4BD0-A089-0CA31C4DDA85}" dt="2026-03-25T07:21:33.779" v="4043" actId="20577"/>
          <ac:spMkLst>
            <pc:docMk/>
            <pc:sldMk cId="3200976542" sldId="267"/>
            <ac:spMk id="3" creationId="{5999C62E-25CA-CDF2-71CC-9DB68B2AB02D}"/>
          </ac:spMkLst>
        </pc:spChg>
        <pc:spChg chg="mod">
          <ac:chgData name="Mariam Rahali Masbouri" userId="94d9c504-ac90-48e2-8e71-5e2500073cbc" providerId="ADAL" clId="{35871E9E-6380-4BD0-A089-0CA31C4DDA85}" dt="2026-03-25T07:00:54.769" v="3443" actId="1076"/>
          <ac:spMkLst>
            <pc:docMk/>
            <pc:sldMk cId="3200976542" sldId="267"/>
            <ac:spMk id="4" creationId="{97D3F02A-A17D-E231-0C3B-2F360F8B8DC7}"/>
          </ac:spMkLst>
        </pc:spChg>
        <pc:spChg chg="mod">
          <ac:chgData name="Mariam Rahali Masbouri" userId="94d9c504-ac90-48e2-8e71-5e2500073cbc" providerId="ADAL" clId="{35871E9E-6380-4BD0-A089-0CA31C4DDA85}" dt="2026-03-25T07:22:14.131" v="4145" actId="20577"/>
          <ac:spMkLst>
            <pc:docMk/>
            <pc:sldMk cId="3200976542" sldId="267"/>
            <ac:spMk id="5" creationId="{E197422A-FCF8-756C-A0F4-B2E690488CEF}"/>
          </ac:spMkLst>
        </pc:spChg>
        <pc:picChg chg="add mod">
          <ac:chgData name="Mariam Rahali Masbouri" userId="94d9c504-ac90-48e2-8e71-5e2500073cbc" providerId="ADAL" clId="{35871E9E-6380-4BD0-A089-0CA31C4DDA85}" dt="2026-03-25T07:00:48.994" v="3441" actId="167"/>
          <ac:picMkLst>
            <pc:docMk/>
            <pc:sldMk cId="3200976542" sldId="267"/>
            <ac:picMk id="6" creationId="{4ECE7DD8-255D-C2A9-3266-97FC4043B185}"/>
          </ac:picMkLst>
        </pc:picChg>
        <pc:picChg chg="add mod">
          <ac:chgData name="Mariam Rahali Masbouri" userId="94d9c504-ac90-48e2-8e71-5e2500073cbc" providerId="ADAL" clId="{35871E9E-6380-4BD0-A089-0CA31C4DDA85}" dt="2026-03-25T07:01:09.440" v="3448" actId="1076"/>
          <ac:picMkLst>
            <pc:docMk/>
            <pc:sldMk cId="3200976542" sldId="267"/>
            <ac:picMk id="7" creationId="{95678F10-7753-A062-78FA-C59596AB0A4B}"/>
          </ac:picMkLst>
        </pc:picChg>
        <pc:picChg chg="del">
          <ac:chgData name="Mariam Rahali Masbouri" userId="94d9c504-ac90-48e2-8e71-5e2500073cbc" providerId="ADAL" clId="{35871E9E-6380-4BD0-A089-0CA31C4DDA85}" dt="2026-03-25T07:00:17.999" v="3429" actId="478"/>
          <ac:picMkLst>
            <pc:docMk/>
            <pc:sldMk cId="3200976542" sldId="267"/>
            <ac:picMk id="1026" creationId="{50F79B58-F83F-174E-A3E9-DF7AEDB90BFB}"/>
          </ac:picMkLst>
        </pc:picChg>
        <pc:picChg chg="del">
          <ac:chgData name="Mariam Rahali Masbouri" userId="94d9c504-ac90-48e2-8e71-5e2500073cbc" providerId="ADAL" clId="{35871E9E-6380-4BD0-A089-0CA31C4DDA85}" dt="2026-03-25T07:00:19.299" v="3430" actId="478"/>
          <ac:picMkLst>
            <pc:docMk/>
            <pc:sldMk cId="3200976542" sldId="267"/>
            <ac:picMk id="1028" creationId="{8D5AC09B-7566-62EE-D150-91CB8C8D998E}"/>
          </ac:picMkLst>
        </pc:picChg>
      </pc:sldChg>
      <pc:sldChg chg="addSp delSp modSp add mod ord">
        <pc:chgData name="Mariam Rahali Masbouri" userId="94d9c504-ac90-48e2-8e71-5e2500073cbc" providerId="ADAL" clId="{35871E9E-6380-4BD0-A089-0CA31C4DDA85}" dt="2026-03-25T07:23:39.219" v="4321" actId="13926"/>
        <pc:sldMkLst>
          <pc:docMk/>
          <pc:sldMk cId="658076079" sldId="268"/>
        </pc:sldMkLst>
        <pc:spChg chg="mod">
          <ac:chgData name="Mariam Rahali Masbouri" userId="94d9c504-ac90-48e2-8e71-5e2500073cbc" providerId="ADAL" clId="{35871E9E-6380-4BD0-A089-0CA31C4DDA85}" dt="2026-03-25T07:01:30.342" v="3480" actId="14100"/>
          <ac:spMkLst>
            <pc:docMk/>
            <pc:sldMk cId="658076079" sldId="268"/>
            <ac:spMk id="2" creationId="{2EB3F68E-C49A-94DC-B101-24E532A81E7B}"/>
          </ac:spMkLst>
        </pc:spChg>
        <pc:spChg chg="add del mod">
          <ac:chgData name="Mariam Rahali Masbouri" userId="94d9c504-ac90-48e2-8e71-5e2500073cbc" providerId="ADAL" clId="{35871E9E-6380-4BD0-A089-0CA31C4DDA85}" dt="2026-03-25T07:23:39.219" v="4321" actId="13926"/>
          <ac:spMkLst>
            <pc:docMk/>
            <pc:sldMk cId="658076079" sldId="268"/>
            <ac:spMk id="4" creationId="{81A59F7B-928C-F9BB-9FD1-F2718FA23159}"/>
          </ac:spMkLst>
        </pc:spChg>
        <pc:picChg chg="add mod">
          <ac:chgData name="Mariam Rahali Masbouri" userId="94d9c504-ac90-48e2-8e71-5e2500073cbc" providerId="ADAL" clId="{35871E9E-6380-4BD0-A089-0CA31C4DDA85}" dt="2026-03-25T07:02:08.937" v="3490" actId="1076"/>
          <ac:picMkLst>
            <pc:docMk/>
            <pc:sldMk cId="658076079" sldId="268"/>
            <ac:picMk id="2050" creationId="{81E844CF-774A-A78F-AE6C-C4868440230C}"/>
          </ac:picMkLst>
        </pc:picChg>
        <pc:picChg chg="add mod">
          <ac:chgData name="Mariam Rahali Masbouri" userId="94d9c504-ac90-48e2-8e71-5e2500073cbc" providerId="ADAL" clId="{35871E9E-6380-4BD0-A089-0CA31C4DDA85}" dt="2026-03-25T07:02:28.734" v="3494" actId="1076"/>
          <ac:picMkLst>
            <pc:docMk/>
            <pc:sldMk cId="658076079" sldId="268"/>
            <ac:picMk id="2052" creationId="{12D39DCE-B07F-AA71-A8B1-2BD859D09C11}"/>
          </ac:picMkLst>
        </pc:picChg>
        <pc:picChg chg="del">
          <ac:chgData name="Mariam Rahali Masbouri" userId="94d9c504-ac90-48e2-8e71-5e2500073cbc" providerId="ADAL" clId="{35871E9E-6380-4BD0-A089-0CA31C4DDA85}" dt="2026-03-25T07:01:32.708" v="3481" actId="478"/>
          <ac:picMkLst>
            <pc:docMk/>
            <pc:sldMk cId="658076079" sldId="268"/>
            <ac:picMk id="6146" creationId="{C2E342BB-F691-1CBE-0CA9-69333FFA4AC7}"/>
          </ac:picMkLst>
        </pc:picChg>
        <pc:picChg chg="del">
          <ac:chgData name="Mariam Rahali Masbouri" userId="94d9c504-ac90-48e2-8e71-5e2500073cbc" providerId="ADAL" clId="{35871E9E-6380-4BD0-A089-0CA31C4DDA85}" dt="2026-03-25T07:02:18.340" v="3491" actId="478"/>
          <ac:picMkLst>
            <pc:docMk/>
            <pc:sldMk cId="658076079" sldId="268"/>
            <ac:picMk id="6148" creationId="{6C430C85-24BD-D6FE-C7A9-2C714D58DF6E}"/>
          </ac:picMkLst>
        </pc:picChg>
      </pc:sldChg>
      <pc:sldChg chg="addSp delSp modSp add mod ord">
        <pc:chgData name="Mariam Rahali Masbouri" userId="94d9c504-ac90-48e2-8e71-5e2500073cbc" providerId="ADAL" clId="{35871E9E-6380-4BD0-A089-0CA31C4DDA85}" dt="2026-03-25T07:30:28.624" v="4957" actId="1076"/>
        <pc:sldMkLst>
          <pc:docMk/>
          <pc:sldMk cId="3413155239" sldId="269"/>
        </pc:sldMkLst>
        <pc:spChg chg="mod">
          <ac:chgData name="Mariam Rahali Masbouri" userId="94d9c504-ac90-48e2-8e71-5e2500073cbc" providerId="ADAL" clId="{35871E9E-6380-4BD0-A089-0CA31C4DDA85}" dt="2026-03-25T07:03:36.283" v="3529" actId="20577"/>
          <ac:spMkLst>
            <pc:docMk/>
            <pc:sldMk cId="3413155239" sldId="269"/>
            <ac:spMk id="2" creationId="{2684C5A3-7D0F-B05E-70BA-A2903296BF2D}"/>
          </ac:spMkLst>
        </pc:spChg>
        <pc:spChg chg="mod">
          <ac:chgData name="Mariam Rahali Masbouri" userId="94d9c504-ac90-48e2-8e71-5e2500073cbc" providerId="ADAL" clId="{35871E9E-6380-4BD0-A089-0CA31C4DDA85}" dt="2026-03-25T07:29:24.981" v="4796" actId="20577"/>
          <ac:spMkLst>
            <pc:docMk/>
            <pc:sldMk cId="3413155239" sldId="269"/>
            <ac:spMk id="3" creationId="{EAD0EE78-2F54-0553-B251-F4AD2AB6A5C7}"/>
          </ac:spMkLst>
        </pc:spChg>
        <pc:spChg chg="add mod">
          <ac:chgData name="Mariam Rahali Masbouri" userId="94d9c504-ac90-48e2-8e71-5e2500073cbc" providerId="ADAL" clId="{35871E9E-6380-4BD0-A089-0CA31C4DDA85}" dt="2026-03-25T07:29:46.653" v="4874" actId="20577"/>
          <ac:spMkLst>
            <pc:docMk/>
            <pc:sldMk cId="3413155239" sldId="269"/>
            <ac:spMk id="4" creationId="{702E47EC-A6B5-8F76-C57C-4DCA9126CD34}"/>
          </ac:spMkLst>
        </pc:spChg>
        <pc:spChg chg="add mod">
          <ac:chgData name="Mariam Rahali Masbouri" userId="94d9c504-ac90-48e2-8e71-5e2500073cbc" providerId="ADAL" clId="{35871E9E-6380-4BD0-A089-0CA31C4DDA85}" dt="2026-03-25T07:30:28.624" v="4957" actId="1076"/>
          <ac:spMkLst>
            <pc:docMk/>
            <pc:sldMk cId="3413155239" sldId="269"/>
            <ac:spMk id="5" creationId="{D9FA8990-E031-0F40-D079-8261D4971718}"/>
          </ac:spMkLst>
        </pc:spChg>
        <pc:picChg chg="add mod">
          <ac:chgData name="Mariam Rahali Masbouri" userId="94d9c504-ac90-48e2-8e71-5e2500073cbc" providerId="ADAL" clId="{35871E9E-6380-4BD0-A089-0CA31C4DDA85}" dt="2026-03-25T07:04:30.086" v="3546" actId="1076"/>
          <ac:picMkLst>
            <pc:docMk/>
            <pc:sldMk cId="3413155239" sldId="269"/>
            <ac:picMk id="3074" creationId="{04E87E40-8988-7E36-8310-CD0F9A991CDF}"/>
          </ac:picMkLst>
        </pc:picChg>
        <pc:picChg chg="add mod">
          <ac:chgData name="Mariam Rahali Masbouri" userId="94d9c504-ac90-48e2-8e71-5e2500073cbc" providerId="ADAL" clId="{35871E9E-6380-4BD0-A089-0CA31C4DDA85}" dt="2026-03-25T07:04:45.301" v="3553" actId="1076"/>
          <ac:picMkLst>
            <pc:docMk/>
            <pc:sldMk cId="3413155239" sldId="269"/>
            <ac:picMk id="3076" creationId="{5AD719FF-D9E4-172E-6017-6C5022ECF6AB}"/>
          </ac:picMkLst>
        </pc:picChg>
        <pc:picChg chg="del">
          <ac:chgData name="Mariam Rahali Masbouri" userId="94d9c504-ac90-48e2-8e71-5e2500073cbc" providerId="ADAL" clId="{35871E9E-6380-4BD0-A089-0CA31C4DDA85}" dt="2026-03-25T07:03:50.688" v="3533" actId="478"/>
          <ac:picMkLst>
            <pc:docMk/>
            <pc:sldMk cId="3413155239" sldId="269"/>
            <ac:picMk id="4102" creationId="{E5B70DE4-1129-909B-77E0-C9FCEE50E257}"/>
          </ac:picMkLst>
        </pc:picChg>
        <pc:picChg chg="del">
          <ac:chgData name="Mariam Rahali Masbouri" userId="94d9c504-ac90-48e2-8e71-5e2500073cbc" providerId="ADAL" clId="{35871E9E-6380-4BD0-A089-0CA31C4DDA85}" dt="2026-03-25T07:03:52.046" v="3534" actId="478"/>
          <ac:picMkLst>
            <pc:docMk/>
            <pc:sldMk cId="3413155239" sldId="269"/>
            <ac:picMk id="4104" creationId="{30BEE065-ACA5-5038-1334-B2C1784B4AE8}"/>
          </ac:picMkLst>
        </pc:picChg>
      </pc:sldChg>
      <pc:sldChg chg="addSp delSp modSp add mod ord">
        <pc:chgData name="Mariam Rahali Masbouri" userId="94d9c504-ac90-48e2-8e71-5e2500073cbc" providerId="ADAL" clId="{35871E9E-6380-4BD0-A089-0CA31C4DDA85}" dt="2026-03-25T07:31:19.020" v="4968" actId="1076"/>
        <pc:sldMkLst>
          <pc:docMk/>
          <pc:sldMk cId="2748580013" sldId="270"/>
        </pc:sldMkLst>
        <pc:spChg chg="mod">
          <ac:chgData name="Mariam Rahali Masbouri" userId="94d9c504-ac90-48e2-8e71-5e2500073cbc" providerId="ADAL" clId="{35871E9E-6380-4BD0-A089-0CA31C4DDA85}" dt="2026-03-25T07:05:00.183" v="3590" actId="20577"/>
          <ac:spMkLst>
            <pc:docMk/>
            <pc:sldMk cId="2748580013" sldId="270"/>
            <ac:spMk id="2" creationId="{75086FF7-CBC7-2267-2361-8D3073A973BB}"/>
          </ac:spMkLst>
        </pc:spChg>
        <pc:spChg chg="add mod">
          <ac:chgData name="Mariam Rahali Masbouri" userId="94d9c504-ac90-48e2-8e71-5e2500073cbc" providerId="ADAL" clId="{35871E9E-6380-4BD0-A089-0CA31C4DDA85}" dt="2026-03-25T07:30:52.537" v="4962"/>
          <ac:spMkLst>
            <pc:docMk/>
            <pc:sldMk cId="2748580013" sldId="270"/>
            <ac:spMk id="3" creationId="{5798479D-B920-B59A-613C-AD83233C00DC}"/>
          </ac:spMkLst>
        </pc:spChg>
        <pc:spChg chg="add mod">
          <ac:chgData name="Mariam Rahali Masbouri" userId="94d9c504-ac90-48e2-8e71-5e2500073cbc" providerId="ADAL" clId="{35871E9E-6380-4BD0-A089-0CA31C4DDA85}" dt="2026-03-25T07:31:04.032" v="4964" actId="1076"/>
          <ac:spMkLst>
            <pc:docMk/>
            <pc:sldMk cId="2748580013" sldId="270"/>
            <ac:spMk id="4" creationId="{C5482D35-EE77-F45A-91A8-182985F49687}"/>
          </ac:spMkLst>
        </pc:spChg>
        <pc:spChg chg="add mod">
          <ac:chgData name="Mariam Rahali Masbouri" userId="94d9c504-ac90-48e2-8e71-5e2500073cbc" providerId="ADAL" clId="{35871E9E-6380-4BD0-A089-0CA31C4DDA85}" dt="2026-03-25T07:31:19.020" v="4968" actId="1076"/>
          <ac:spMkLst>
            <pc:docMk/>
            <pc:sldMk cId="2748580013" sldId="270"/>
            <ac:spMk id="5" creationId="{2BFCB613-32F5-8AEF-15DE-E6EFA5E15445}"/>
          </ac:spMkLst>
        </pc:spChg>
        <pc:picChg chg="add mod">
          <ac:chgData name="Mariam Rahali Masbouri" userId="94d9c504-ac90-48e2-8e71-5e2500073cbc" providerId="ADAL" clId="{35871E9E-6380-4BD0-A089-0CA31C4DDA85}" dt="2026-03-25T07:30:39.333" v="4960" actId="1076"/>
          <ac:picMkLst>
            <pc:docMk/>
            <pc:sldMk cId="2748580013" sldId="270"/>
            <ac:picMk id="4098" creationId="{CF4DD222-BE7F-3847-43AD-DDDCF95BE276}"/>
          </ac:picMkLst>
        </pc:picChg>
        <pc:picChg chg="add mod">
          <ac:chgData name="Mariam Rahali Masbouri" userId="94d9c504-ac90-48e2-8e71-5e2500073cbc" providerId="ADAL" clId="{35871E9E-6380-4BD0-A089-0CA31C4DDA85}" dt="2026-03-25T07:31:15.574" v="4967" actId="14100"/>
          <ac:picMkLst>
            <pc:docMk/>
            <pc:sldMk cId="2748580013" sldId="270"/>
            <ac:picMk id="4100" creationId="{72B79B0F-C86C-2578-B22A-F20F6FD00A3F}"/>
          </ac:picMkLst>
        </pc:picChg>
        <pc:picChg chg="del">
          <ac:chgData name="Mariam Rahali Masbouri" userId="94d9c504-ac90-48e2-8e71-5e2500073cbc" providerId="ADAL" clId="{35871E9E-6380-4BD0-A089-0CA31C4DDA85}" dt="2026-03-25T07:03:55.070" v="3535" actId="478"/>
          <ac:picMkLst>
            <pc:docMk/>
            <pc:sldMk cId="2748580013" sldId="270"/>
            <ac:picMk id="7170" creationId="{2650AF6E-AEDD-BAD4-FC24-88BBDF2263DA}"/>
          </ac:picMkLst>
        </pc:picChg>
        <pc:picChg chg="del">
          <ac:chgData name="Mariam Rahali Masbouri" userId="94d9c504-ac90-48e2-8e71-5e2500073cbc" providerId="ADAL" clId="{35871E9E-6380-4BD0-A089-0CA31C4DDA85}" dt="2026-03-25T07:03:56.350" v="3536" actId="478"/>
          <ac:picMkLst>
            <pc:docMk/>
            <pc:sldMk cId="2748580013" sldId="270"/>
            <ac:picMk id="7172" creationId="{A52D6E22-9C49-9FE7-9562-473310C03EDB}"/>
          </ac:picMkLst>
        </pc:picChg>
      </pc:sldChg>
      <pc:sldChg chg="addSp delSp modSp add mod ord">
        <pc:chgData name="Mariam Rahali Masbouri" userId="94d9c504-ac90-48e2-8e71-5e2500073cbc" providerId="ADAL" clId="{35871E9E-6380-4BD0-A089-0CA31C4DDA85}" dt="2026-03-25T07:37:42.321" v="5425" actId="1076"/>
        <pc:sldMkLst>
          <pc:docMk/>
          <pc:sldMk cId="1625749074" sldId="271"/>
        </pc:sldMkLst>
        <pc:spChg chg="mod">
          <ac:chgData name="Mariam Rahali Masbouri" userId="94d9c504-ac90-48e2-8e71-5e2500073cbc" providerId="ADAL" clId="{35871E9E-6380-4BD0-A089-0CA31C4DDA85}" dt="2026-03-25T07:06:58.102" v="3643" actId="20577"/>
          <ac:spMkLst>
            <pc:docMk/>
            <pc:sldMk cId="1625749074" sldId="271"/>
            <ac:spMk id="2" creationId="{906BD7D1-9D5F-B546-26FF-FA3969D35EAB}"/>
          </ac:spMkLst>
        </pc:spChg>
        <pc:spChg chg="add mod">
          <ac:chgData name="Mariam Rahali Masbouri" userId="94d9c504-ac90-48e2-8e71-5e2500073cbc" providerId="ADAL" clId="{35871E9E-6380-4BD0-A089-0CA31C4DDA85}" dt="2026-03-25T07:37:42.321" v="5425" actId="1076"/>
          <ac:spMkLst>
            <pc:docMk/>
            <pc:sldMk cId="1625749074" sldId="271"/>
            <ac:spMk id="3" creationId="{CFD6D60B-B7D7-8151-20BC-368FDE82BB8B}"/>
          </ac:spMkLst>
        </pc:spChg>
        <pc:picChg chg="add mod">
          <ac:chgData name="Mariam Rahali Masbouri" userId="94d9c504-ac90-48e2-8e71-5e2500073cbc" providerId="ADAL" clId="{35871E9E-6380-4BD0-A089-0CA31C4DDA85}" dt="2026-03-25T07:36:29.891" v="5353" actId="1076"/>
          <ac:picMkLst>
            <pc:docMk/>
            <pc:sldMk cId="1625749074" sldId="271"/>
            <ac:picMk id="5122" creationId="{EF4E0CC3-8A5E-306B-3652-F4EA657FFE76}"/>
          </ac:picMkLst>
        </pc:picChg>
        <pc:picChg chg="add mod">
          <ac:chgData name="Mariam Rahali Masbouri" userId="94d9c504-ac90-48e2-8e71-5e2500073cbc" providerId="ADAL" clId="{35871E9E-6380-4BD0-A089-0CA31C4DDA85}" dt="2026-03-25T07:36:28.529" v="5352" actId="1076"/>
          <ac:picMkLst>
            <pc:docMk/>
            <pc:sldMk cId="1625749074" sldId="271"/>
            <ac:picMk id="5124" creationId="{932755BF-E9E5-C944-A9B1-7BFC18670019}"/>
          </ac:picMkLst>
        </pc:picChg>
        <pc:picChg chg="del">
          <ac:chgData name="Mariam Rahali Masbouri" userId="94d9c504-ac90-48e2-8e71-5e2500073cbc" providerId="ADAL" clId="{35871E9E-6380-4BD0-A089-0CA31C4DDA85}" dt="2026-03-25T07:06:50.608" v="3616" actId="478"/>
          <ac:picMkLst>
            <pc:docMk/>
            <pc:sldMk cId="1625749074" sldId="271"/>
            <ac:picMk id="9218" creationId="{B7EBC3A7-5115-8BA6-3F59-1A041BF7DB86}"/>
          </ac:picMkLst>
        </pc:picChg>
        <pc:picChg chg="del">
          <ac:chgData name="Mariam Rahali Masbouri" userId="94d9c504-ac90-48e2-8e71-5e2500073cbc" providerId="ADAL" clId="{35871E9E-6380-4BD0-A089-0CA31C4DDA85}" dt="2026-03-25T07:06:52.217" v="3617" actId="478"/>
          <ac:picMkLst>
            <pc:docMk/>
            <pc:sldMk cId="1625749074" sldId="271"/>
            <ac:picMk id="9220" creationId="{44538CDE-1288-196A-326F-9FB50A26CE0A}"/>
          </ac:picMkLst>
        </pc:picChg>
      </pc:sldChg>
      <pc:sldChg chg="addSp delSp modSp add mod ord">
        <pc:chgData name="Mariam Rahali Masbouri" userId="94d9c504-ac90-48e2-8e71-5e2500073cbc" providerId="ADAL" clId="{35871E9E-6380-4BD0-A089-0CA31C4DDA85}" dt="2026-03-25T07:37:53.595" v="5429" actId="1076"/>
        <pc:sldMkLst>
          <pc:docMk/>
          <pc:sldMk cId="2593715124" sldId="272"/>
        </pc:sldMkLst>
        <pc:spChg chg="mod">
          <ac:chgData name="Mariam Rahali Masbouri" userId="94d9c504-ac90-48e2-8e71-5e2500073cbc" providerId="ADAL" clId="{35871E9E-6380-4BD0-A089-0CA31C4DDA85}" dt="2026-03-25T07:07:55.968" v="3684" actId="14100"/>
          <ac:spMkLst>
            <pc:docMk/>
            <pc:sldMk cId="2593715124" sldId="272"/>
            <ac:spMk id="2" creationId="{2D0186CC-AC4F-4113-4BB2-583EA3BFDA41}"/>
          </ac:spMkLst>
        </pc:spChg>
        <pc:spChg chg="add mod">
          <ac:chgData name="Mariam Rahali Masbouri" userId="94d9c504-ac90-48e2-8e71-5e2500073cbc" providerId="ADAL" clId="{35871E9E-6380-4BD0-A089-0CA31C4DDA85}" dt="2026-03-25T07:37:53.595" v="5429" actId="1076"/>
          <ac:spMkLst>
            <pc:docMk/>
            <pc:sldMk cId="2593715124" sldId="272"/>
            <ac:spMk id="3" creationId="{710BC434-7708-1D35-0FF2-899784AAA6F5}"/>
          </ac:spMkLst>
        </pc:spChg>
        <pc:picChg chg="add mod">
          <ac:chgData name="Mariam Rahali Masbouri" userId="94d9c504-ac90-48e2-8e71-5e2500073cbc" providerId="ADAL" clId="{35871E9E-6380-4BD0-A089-0CA31C4DDA85}" dt="2026-03-25T07:08:13.950" v="3690" actId="14100"/>
          <ac:picMkLst>
            <pc:docMk/>
            <pc:sldMk cId="2593715124" sldId="272"/>
            <ac:picMk id="6146" creationId="{1C04B13F-A0E9-E6D8-F92E-99ABEC2B5FD1}"/>
          </ac:picMkLst>
        </pc:picChg>
        <pc:picChg chg="add mod">
          <ac:chgData name="Mariam Rahali Masbouri" userId="94d9c504-ac90-48e2-8e71-5e2500073cbc" providerId="ADAL" clId="{35871E9E-6380-4BD0-A089-0CA31C4DDA85}" dt="2026-03-25T07:37:50.943" v="5428" actId="1076"/>
          <ac:picMkLst>
            <pc:docMk/>
            <pc:sldMk cId="2593715124" sldId="272"/>
            <ac:picMk id="6148" creationId="{8F5900D3-B67E-18A4-8A04-17923FC4280A}"/>
          </ac:picMkLst>
        </pc:picChg>
        <pc:picChg chg="del">
          <ac:chgData name="Mariam Rahali Masbouri" userId="94d9c504-ac90-48e2-8e71-5e2500073cbc" providerId="ADAL" clId="{35871E9E-6380-4BD0-A089-0CA31C4DDA85}" dt="2026-03-25T07:07:57.794" v="3685" actId="478"/>
          <ac:picMkLst>
            <pc:docMk/>
            <pc:sldMk cId="2593715124" sldId="272"/>
            <ac:picMk id="10242" creationId="{0FF1635B-5B26-868D-C6FE-E49DD908475A}"/>
          </ac:picMkLst>
        </pc:picChg>
        <pc:picChg chg="del">
          <ac:chgData name="Mariam Rahali Masbouri" userId="94d9c504-ac90-48e2-8e71-5e2500073cbc" providerId="ADAL" clId="{35871E9E-6380-4BD0-A089-0CA31C4DDA85}" dt="2026-03-25T07:07:59.111" v="3686" actId="478"/>
          <ac:picMkLst>
            <pc:docMk/>
            <pc:sldMk cId="2593715124" sldId="272"/>
            <ac:picMk id="10244" creationId="{BD0F1A33-1513-9EF1-460C-E1B36F233AAE}"/>
          </ac:picMkLst>
        </pc:picChg>
      </pc:sldChg>
      <pc:sldChg chg="addSp delSp modSp add mod">
        <pc:chgData name="Mariam Rahali Masbouri" userId="94d9c504-ac90-48e2-8e71-5e2500073cbc" providerId="ADAL" clId="{35871E9E-6380-4BD0-A089-0CA31C4DDA85}" dt="2026-03-25T12:17:13.498" v="6006" actId="20577"/>
        <pc:sldMkLst>
          <pc:docMk/>
          <pc:sldMk cId="161246181" sldId="273"/>
        </pc:sldMkLst>
        <pc:spChg chg="mod">
          <ac:chgData name="Mariam Rahali Masbouri" userId="94d9c504-ac90-48e2-8e71-5e2500073cbc" providerId="ADAL" clId="{35871E9E-6380-4BD0-A089-0CA31C4DDA85}" dt="2026-03-25T07:43:01.488" v="5481" actId="20577"/>
          <ac:spMkLst>
            <pc:docMk/>
            <pc:sldMk cId="161246181" sldId="273"/>
            <ac:spMk id="2" creationId="{71438B48-A838-194E-DDB2-1A80110B5B9C}"/>
          </ac:spMkLst>
        </pc:spChg>
        <pc:spChg chg="del">
          <ac:chgData name="Mariam Rahali Masbouri" userId="94d9c504-ac90-48e2-8e71-5e2500073cbc" providerId="ADAL" clId="{35871E9E-6380-4BD0-A089-0CA31C4DDA85}" dt="2026-03-25T07:43:05.762" v="5482" actId="478"/>
          <ac:spMkLst>
            <pc:docMk/>
            <pc:sldMk cId="161246181" sldId="273"/>
            <ac:spMk id="3" creationId="{09ECE8CF-EA00-B02E-6B8E-32F43F714447}"/>
          </ac:spMkLst>
        </pc:spChg>
        <pc:spChg chg="add mod">
          <ac:chgData name="Mariam Rahali Masbouri" userId="94d9c504-ac90-48e2-8e71-5e2500073cbc" providerId="ADAL" clId="{35871E9E-6380-4BD0-A089-0CA31C4DDA85}" dt="2026-03-25T12:17:13.498" v="6006" actId="20577"/>
          <ac:spMkLst>
            <pc:docMk/>
            <pc:sldMk cId="161246181" sldId="273"/>
            <ac:spMk id="4" creationId="{BC5878A2-4452-6A62-5E00-32FE063733F4}"/>
          </ac:spMkLst>
        </pc:spChg>
        <pc:picChg chg="del">
          <ac:chgData name="Mariam Rahali Masbouri" userId="94d9c504-ac90-48e2-8e71-5e2500073cbc" providerId="ADAL" clId="{35871E9E-6380-4BD0-A089-0CA31C4DDA85}" dt="2026-03-25T07:43:05.762" v="5482" actId="478"/>
          <ac:picMkLst>
            <pc:docMk/>
            <pc:sldMk cId="161246181" sldId="273"/>
            <ac:picMk id="6146" creationId="{A29D1B8A-AF61-626C-3714-8DA1C7DEFF50}"/>
          </ac:picMkLst>
        </pc:picChg>
        <pc:picChg chg="del">
          <ac:chgData name="Mariam Rahali Masbouri" userId="94d9c504-ac90-48e2-8e71-5e2500073cbc" providerId="ADAL" clId="{35871E9E-6380-4BD0-A089-0CA31C4DDA85}" dt="2026-03-25T07:43:07.076" v="5483" actId="478"/>
          <ac:picMkLst>
            <pc:docMk/>
            <pc:sldMk cId="161246181" sldId="273"/>
            <ac:picMk id="6148" creationId="{81685ACF-D99C-B8AF-ABC2-2DFCDE5D6B6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F02046-E0D4-4277-94E6-706763EE4481}" type="datetimeFigureOut">
              <a:rPr lang="en-US" smtClean="0"/>
              <a:t>3/26/2026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0FF669-7D96-4648-B4B5-F42C727F33EE}" type="slidenum">
              <a:rPr lang="en-US" smtClean="0"/>
              <a:t>‹N°›</a:t>
            </a:fld>
            <a:endParaRPr lang="en-US"/>
          </a:p>
        </p:txBody>
      </p:sp>
    </p:spTree>
    <p:extLst>
      <p:ext uri="{BB962C8B-B14F-4D97-AF65-F5344CB8AC3E}">
        <p14:creationId xmlns:p14="http://schemas.microsoft.com/office/powerpoint/2010/main" val="3293489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ighlight>
                  <a:srgbClr val="FFFF00"/>
                </a:highlight>
              </a:rPr>
              <a:t>À faire: </a:t>
            </a:r>
            <a:r>
              <a:rPr lang="en-US" dirty="0" err="1">
                <a:highlight>
                  <a:srgbClr val="FFFF00"/>
                </a:highlight>
              </a:rPr>
              <a:t>interpréter</a:t>
            </a:r>
            <a:r>
              <a:rPr lang="en-US" dirty="0">
                <a:highlight>
                  <a:srgbClr val="FFFF00"/>
                </a:highlight>
              </a:rPr>
              <a:t> les </a:t>
            </a:r>
            <a:r>
              <a:rPr lang="en-US" dirty="0" err="1">
                <a:highlight>
                  <a:srgbClr val="FFFF00"/>
                </a:highlight>
              </a:rPr>
              <a:t>résultats</a:t>
            </a:r>
            <a:r>
              <a:rPr lang="en-US" dirty="0">
                <a:highlight>
                  <a:srgbClr val="FFFF00"/>
                </a:highlight>
              </a:rPr>
              <a:t> et voir </a:t>
            </a:r>
            <a:r>
              <a:rPr lang="en-US" dirty="0" err="1">
                <a:highlight>
                  <a:srgbClr val="FFFF00"/>
                </a:highlight>
              </a:rPr>
              <a:t>s’ils</a:t>
            </a:r>
            <a:r>
              <a:rPr lang="en-US" dirty="0">
                <a:highlight>
                  <a:srgbClr val="FFFF00"/>
                </a:highlight>
              </a:rPr>
              <a:t> </a:t>
            </a:r>
            <a:r>
              <a:rPr lang="en-US" dirty="0" err="1">
                <a:highlight>
                  <a:srgbClr val="FFFF00"/>
                </a:highlight>
              </a:rPr>
              <a:t>sont</a:t>
            </a:r>
            <a:r>
              <a:rPr lang="en-US" dirty="0">
                <a:highlight>
                  <a:srgbClr val="FFFF00"/>
                </a:highlight>
              </a:rPr>
              <a:t> </a:t>
            </a:r>
            <a:r>
              <a:rPr lang="en-US" dirty="0" err="1">
                <a:highlight>
                  <a:srgbClr val="FFFF00"/>
                </a:highlight>
              </a:rPr>
              <a:t>cohérents</a:t>
            </a:r>
            <a:r>
              <a:rPr lang="en-US" dirty="0">
                <a:highlight>
                  <a:srgbClr val="FFFF00"/>
                </a:highlight>
              </a:rPr>
              <a:t> avec la </a:t>
            </a:r>
            <a:r>
              <a:rPr lang="en-US" dirty="0" err="1">
                <a:highlight>
                  <a:srgbClr val="FFFF00"/>
                </a:highlight>
              </a:rPr>
              <a:t>littérature</a:t>
            </a:r>
            <a:r>
              <a:rPr lang="en-US" dirty="0">
                <a:highlight>
                  <a:srgbClr val="FFFF00"/>
                </a:highlight>
              </a:rPr>
              <a:t> + analyses </a:t>
            </a:r>
            <a:r>
              <a:rPr lang="en-US" dirty="0" err="1">
                <a:highlight>
                  <a:srgbClr val="FFFF00"/>
                </a:highlight>
              </a:rPr>
              <a:t>précédentes</a:t>
            </a:r>
            <a:r>
              <a:rPr lang="en-US" dirty="0">
                <a:highlight>
                  <a:srgbClr val="FFFF00"/>
                </a:highlight>
              </a:rPr>
              <a:t> dans </a:t>
            </a:r>
            <a:r>
              <a:rPr lang="en-US" dirty="0" err="1">
                <a:highlight>
                  <a:srgbClr val="FFFF00"/>
                </a:highlight>
              </a:rPr>
              <a:t>d’autres</a:t>
            </a:r>
            <a:r>
              <a:rPr lang="en-US" dirty="0">
                <a:highlight>
                  <a:srgbClr val="FFFF00"/>
                </a:highlight>
              </a:rPr>
              <a:t> articles (Science et les </a:t>
            </a:r>
            <a:r>
              <a:rPr lang="en-US" dirty="0" err="1">
                <a:highlight>
                  <a:srgbClr val="FFFF00"/>
                </a:highlight>
              </a:rPr>
              <a:t>originaux</a:t>
            </a:r>
            <a:r>
              <a:rPr lang="en-US" dirty="0">
                <a:highlight>
                  <a:srgbClr val="FFFF00"/>
                </a:highlight>
              </a:rPr>
              <a:t> </a:t>
            </a:r>
            <a:r>
              <a:rPr lang="en-US" dirty="0" err="1">
                <a:highlight>
                  <a:srgbClr val="FFFF00"/>
                </a:highlight>
              </a:rPr>
              <a:t>d’où</a:t>
            </a:r>
            <a:r>
              <a:rPr lang="en-US" dirty="0">
                <a:highlight>
                  <a:srgbClr val="FFFF00"/>
                </a:highlight>
              </a:rPr>
              <a:t> les datasets </a:t>
            </a:r>
            <a:r>
              <a:rPr lang="en-US" dirty="0" err="1">
                <a:highlight>
                  <a:srgbClr val="FFFF00"/>
                </a:highlight>
              </a:rPr>
              <a:t>proviennent</a:t>
            </a:r>
            <a:r>
              <a:rPr lang="en-US" dirty="0">
                <a:highlight>
                  <a:srgbClr val="FFFF00"/>
                </a:highlight>
              </a:rPr>
              <a:t>)</a:t>
            </a:r>
          </a:p>
          <a:p>
            <a:endParaRPr lang="en-US" dirty="0"/>
          </a:p>
        </p:txBody>
      </p:sp>
      <p:sp>
        <p:nvSpPr>
          <p:cNvPr id="4" name="Espace réservé du numéro de diapositive 3"/>
          <p:cNvSpPr>
            <a:spLocks noGrp="1"/>
          </p:cNvSpPr>
          <p:nvPr>
            <p:ph type="sldNum" sz="quarter" idx="5"/>
          </p:nvPr>
        </p:nvSpPr>
        <p:spPr/>
        <p:txBody>
          <a:bodyPr/>
          <a:lstStyle/>
          <a:p>
            <a:fld id="{F60FF669-7D96-4648-B4B5-F42C727F33EE}" type="slidenum">
              <a:rPr lang="en-US" smtClean="0"/>
              <a:t>1</a:t>
            </a:fld>
            <a:endParaRPr lang="en-US"/>
          </a:p>
        </p:txBody>
      </p:sp>
    </p:spTree>
    <p:extLst>
      <p:ext uri="{BB962C8B-B14F-4D97-AF65-F5344CB8AC3E}">
        <p14:creationId xmlns:p14="http://schemas.microsoft.com/office/powerpoint/2010/main" val="835290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For all datasets, evenness was computed before </a:t>
            </a:r>
            <a:r>
              <a:rPr lang="en-US"/>
              <a:t>prevalence filtering!</a:t>
            </a:r>
            <a:endParaRPr lang="en-US" dirty="0"/>
          </a:p>
        </p:txBody>
      </p:sp>
      <p:sp>
        <p:nvSpPr>
          <p:cNvPr id="4" name="Espace réservé du numéro de diapositive 3"/>
          <p:cNvSpPr>
            <a:spLocks noGrp="1"/>
          </p:cNvSpPr>
          <p:nvPr>
            <p:ph type="sldNum" sz="quarter" idx="5"/>
          </p:nvPr>
        </p:nvSpPr>
        <p:spPr/>
        <p:txBody>
          <a:bodyPr/>
          <a:lstStyle/>
          <a:p>
            <a:fld id="{F60FF669-7D96-4648-B4B5-F42C727F33EE}" type="slidenum">
              <a:rPr lang="en-US" smtClean="0"/>
              <a:t>3</a:t>
            </a:fld>
            <a:endParaRPr lang="en-US"/>
          </a:p>
        </p:txBody>
      </p:sp>
    </p:spTree>
    <p:extLst>
      <p:ext uri="{BB962C8B-B14F-4D97-AF65-F5344CB8AC3E}">
        <p14:creationId xmlns:p14="http://schemas.microsoft.com/office/powerpoint/2010/main" val="3198100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BFF7-F352-C018-1C6B-918A4641E8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17090C-6C22-8F0A-3F41-D741B84960D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CC146C2-AD86-B912-63E3-27A740854C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Hypothesis: Changes in PEP are due to negative interactions that occur between rarer taxa, lost in uneven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My guess is that rare taxa have negative interactions with dominant species, and positive interactions between themselves (with cross-feeding, for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would reinforce their findings, since if we had enough sequencing depth, we might have been able to spot more rare taxa and thus the PEP for diseased would have been higher.</a:t>
            </a:r>
          </a:p>
          <a:p>
            <a:endParaRPr lang="en-US" dirty="0"/>
          </a:p>
          <a:p>
            <a:r>
              <a:rPr lang="en-US" dirty="0"/>
              <a:t>TODO: Find another IBD dataset and run the network again.</a:t>
            </a:r>
          </a:p>
        </p:txBody>
      </p:sp>
      <p:sp>
        <p:nvSpPr>
          <p:cNvPr id="4" name="Espace réservé du numéro de diapositive 3">
            <a:extLst>
              <a:ext uri="{FF2B5EF4-FFF2-40B4-BE49-F238E27FC236}">
                <a16:creationId xmlns:a16="http://schemas.microsoft.com/office/drawing/2014/main" id="{97F2CC81-0ABD-F726-4B81-3E0CB6015954}"/>
              </a:ext>
            </a:extLst>
          </p:cNvPr>
          <p:cNvSpPr>
            <a:spLocks noGrp="1"/>
          </p:cNvSpPr>
          <p:nvPr>
            <p:ph type="sldNum" sz="quarter" idx="5"/>
          </p:nvPr>
        </p:nvSpPr>
        <p:spPr/>
        <p:txBody>
          <a:bodyPr/>
          <a:lstStyle/>
          <a:p>
            <a:fld id="{F60FF669-7D96-4648-B4B5-F42C727F33EE}" type="slidenum">
              <a:rPr lang="en-US" smtClean="0"/>
              <a:t>4</a:t>
            </a:fld>
            <a:endParaRPr lang="en-US"/>
          </a:p>
        </p:txBody>
      </p:sp>
    </p:spTree>
    <p:extLst>
      <p:ext uri="{BB962C8B-B14F-4D97-AF65-F5344CB8AC3E}">
        <p14:creationId xmlns:p14="http://schemas.microsoft.com/office/powerpoint/2010/main" val="3197288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7A03A8-F107-C117-224A-6214D5DCC90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661E5EC4-B8D8-753B-E088-E2575C9016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C8B8BFD0-089A-BD36-64A2-78784B87DC6A}"/>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5" name="Espace réservé du pied de page 4">
            <a:extLst>
              <a:ext uri="{FF2B5EF4-FFF2-40B4-BE49-F238E27FC236}">
                <a16:creationId xmlns:a16="http://schemas.microsoft.com/office/drawing/2014/main" id="{F64F5AB4-685B-5691-7E2C-2968B7EF283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BABCA140-7444-FF51-BE8B-2583C1D3EFD9}"/>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290685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722869-FB52-EAB2-F1C3-64D99376364E}"/>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EC4333E6-C0FB-EC37-1B7E-46B31C76494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5284C027-80A4-E6F6-336F-D840AF329433}"/>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5" name="Espace réservé du pied de page 4">
            <a:extLst>
              <a:ext uri="{FF2B5EF4-FFF2-40B4-BE49-F238E27FC236}">
                <a16:creationId xmlns:a16="http://schemas.microsoft.com/office/drawing/2014/main" id="{2B020E0B-5E26-CBD6-35A9-6130C5FCC154}"/>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B50BD80-7EC9-8C9A-59CF-92E948347B59}"/>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1625457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52ECA1-C8B6-96C3-1772-7574D1A12CB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794C8040-25A3-F1B1-A8C2-095884E767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A6299D2-6417-DC61-131F-0DFD8D5EE113}"/>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5" name="Espace réservé du pied de page 4">
            <a:extLst>
              <a:ext uri="{FF2B5EF4-FFF2-40B4-BE49-F238E27FC236}">
                <a16:creationId xmlns:a16="http://schemas.microsoft.com/office/drawing/2014/main" id="{CF5E0F99-9CCF-E268-0003-53EB0B1AE265}"/>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D2B19750-B6D4-A076-81A4-01F857BF4FD9}"/>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255017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72CF89-BC12-EAFB-EE22-5052634A70E4}"/>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812100E7-D297-36D0-ABDE-2F55FA46AF5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85BED1CE-1260-2709-EB04-EEAE6D10086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6DD68ACB-095F-52F8-EDDE-16CD2E5802AF}"/>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6" name="Espace réservé du pied de page 5">
            <a:extLst>
              <a:ext uri="{FF2B5EF4-FFF2-40B4-BE49-F238E27FC236}">
                <a16:creationId xmlns:a16="http://schemas.microsoft.com/office/drawing/2014/main" id="{DDD2CAB9-A195-B825-0805-B9A27ADF3046}"/>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30E8CC34-A22F-77C5-E453-4C47787293C8}"/>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639128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A8530C-F2AF-D8A2-BD0D-A1A61E7041A3}"/>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683B20C1-72B4-3989-0C02-7AF0F6FD3C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73BD64A-74F1-26B6-9D48-B60932D3D23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B4FDBC11-4ED9-2C99-6874-D423CCD39B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F746272-31A2-EC1E-7141-63360FA4AD1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2DFE2473-A1F1-82D4-D0EB-8685D048248C}"/>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8" name="Espace réservé du pied de page 7">
            <a:extLst>
              <a:ext uri="{FF2B5EF4-FFF2-40B4-BE49-F238E27FC236}">
                <a16:creationId xmlns:a16="http://schemas.microsoft.com/office/drawing/2014/main" id="{4BDD54F2-4695-D8FF-AFDC-BFEF0C034629}"/>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79388B39-D5D8-2DA0-D4CA-247AC59A4415}"/>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3427318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2C9AF-764D-0649-C226-C2EEB022C243}"/>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45B5BAEC-650B-B054-4FDB-BF5D6B290916}"/>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4" name="Espace réservé du pied de page 3">
            <a:extLst>
              <a:ext uri="{FF2B5EF4-FFF2-40B4-BE49-F238E27FC236}">
                <a16:creationId xmlns:a16="http://schemas.microsoft.com/office/drawing/2014/main" id="{EF6F8365-B741-789C-BD45-7356A91D9877}"/>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70BF88F6-5423-F66E-BF61-C847E8EC260D}"/>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3457023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FCB8FAC-EDBF-8B4D-B0F4-9F7E0081BF4B}"/>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3" name="Espace réservé du pied de page 2">
            <a:extLst>
              <a:ext uri="{FF2B5EF4-FFF2-40B4-BE49-F238E27FC236}">
                <a16:creationId xmlns:a16="http://schemas.microsoft.com/office/drawing/2014/main" id="{E89D8824-31FE-6FCE-F604-66B5B56A1D6C}"/>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6F750FAE-3C57-4552-C5A0-F5B2FA498B56}"/>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3384874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A9C9A5-D717-BB6F-6693-77F7880F432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A7D739F9-F5B1-C8FC-63F3-C4A0EDB56B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0F82531F-495B-B0C3-C707-2CE6D4257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CCDB736-654B-F7CE-53B9-4AEFB1FCBCFF}"/>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6" name="Espace réservé du pied de page 5">
            <a:extLst>
              <a:ext uri="{FF2B5EF4-FFF2-40B4-BE49-F238E27FC236}">
                <a16:creationId xmlns:a16="http://schemas.microsoft.com/office/drawing/2014/main" id="{E33A9C0D-FE00-4E81-886A-63BBBE41019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7AE6B0CA-9F41-2F38-834E-97FDE8D62BFB}"/>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484790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21AD7A-4D99-E682-B4AF-9854CEF1314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96B65902-7CE1-DC61-10CA-77600EB844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35CC965B-4BC5-CB11-4CAF-8E275AB0B7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87AFBD-4B4D-1DB1-7B1D-8F4D6EB42958}"/>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6" name="Espace réservé du pied de page 5">
            <a:extLst>
              <a:ext uri="{FF2B5EF4-FFF2-40B4-BE49-F238E27FC236}">
                <a16:creationId xmlns:a16="http://schemas.microsoft.com/office/drawing/2014/main" id="{BFBCFBD9-3CBC-6441-54C0-0AAD523CDBCA}"/>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F7586B21-D5BD-F2B6-63C2-8F6119A4DABA}"/>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2219031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06878F-B2EC-CCE3-41F2-14D1A2D41700}"/>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2C92C8F6-D5B0-A664-3D92-61DDA5C3973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638B2F94-0853-276A-5C55-14C380017063}"/>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5" name="Espace réservé du pied de page 4">
            <a:extLst>
              <a:ext uri="{FF2B5EF4-FFF2-40B4-BE49-F238E27FC236}">
                <a16:creationId xmlns:a16="http://schemas.microsoft.com/office/drawing/2014/main" id="{92F1DCAB-CCE4-71C1-45E5-21EA038EF3C6}"/>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816E3283-DE01-B3FE-35E8-8441865334ED}"/>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3538889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195F393-831F-8898-EBA4-73F71D10A1F1}"/>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21C9B5E1-F2A1-D45E-931A-AB05B9C42B0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8819E9E-7F67-4A7E-1911-01EA813E0124}"/>
              </a:ext>
            </a:extLst>
          </p:cNvPr>
          <p:cNvSpPr>
            <a:spLocks noGrp="1"/>
          </p:cNvSpPr>
          <p:nvPr>
            <p:ph type="dt" sz="half" idx="10"/>
          </p:nvPr>
        </p:nvSpPr>
        <p:spPr/>
        <p:txBody>
          <a:bodyPr/>
          <a:lstStyle/>
          <a:p>
            <a:fld id="{AE9F067D-61A8-4CC7-8CE1-5E6352DF97F2}" type="datetimeFigureOut">
              <a:rPr lang="en-US" smtClean="0"/>
              <a:t>3/26/2026</a:t>
            </a:fld>
            <a:endParaRPr lang="en-US"/>
          </a:p>
        </p:txBody>
      </p:sp>
      <p:sp>
        <p:nvSpPr>
          <p:cNvPr id="5" name="Espace réservé du pied de page 4">
            <a:extLst>
              <a:ext uri="{FF2B5EF4-FFF2-40B4-BE49-F238E27FC236}">
                <a16:creationId xmlns:a16="http://schemas.microsoft.com/office/drawing/2014/main" id="{F00E6E01-25A6-636C-051B-17F9B8624BC0}"/>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BE8924CC-0F79-F3BB-BB45-3358947442DC}"/>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1638924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1E569FF-462C-F3F3-B892-398A60FAE9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8C3404FD-E1D5-6EDB-FD5B-BF53D05DF7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A1BB7DE6-DB44-273B-7372-AB29E1E66C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9F067D-61A8-4CC7-8CE1-5E6352DF97F2}" type="datetimeFigureOut">
              <a:rPr lang="en-US" smtClean="0"/>
              <a:t>3/26/2026</a:t>
            </a:fld>
            <a:endParaRPr lang="en-US"/>
          </a:p>
        </p:txBody>
      </p:sp>
      <p:sp>
        <p:nvSpPr>
          <p:cNvPr id="5" name="Espace réservé du pied de page 4">
            <a:extLst>
              <a:ext uri="{FF2B5EF4-FFF2-40B4-BE49-F238E27FC236}">
                <a16:creationId xmlns:a16="http://schemas.microsoft.com/office/drawing/2014/main" id="{166EAFE7-F3AD-E428-8948-A23EC2237B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958586E4-A796-2477-5C34-A346CCC5E9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24B1A8-ADBB-4F6D-9B64-07514E213E48}" type="slidenum">
              <a:rPr lang="en-US" smtClean="0"/>
              <a:t>‹N°›</a:t>
            </a:fld>
            <a:endParaRPr lang="en-US"/>
          </a:p>
        </p:txBody>
      </p:sp>
    </p:spTree>
    <p:extLst>
      <p:ext uri="{BB962C8B-B14F-4D97-AF65-F5344CB8AC3E}">
        <p14:creationId xmlns:p14="http://schemas.microsoft.com/office/powerpoint/2010/main" val="3139502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E52A1-6772-F162-B678-305E6AFD4364}"/>
              </a:ext>
            </a:extLst>
          </p:cNvPr>
          <p:cNvSpPr>
            <a:spLocks noGrp="1"/>
          </p:cNvSpPr>
          <p:nvPr>
            <p:ph type="ctrTitle"/>
          </p:nvPr>
        </p:nvSpPr>
        <p:spPr/>
        <p:txBody>
          <a:bodyPr>
            <a:normAutofit/>
          </a:bodyPr>
          <a:lstStyle/>
          <a:p>
            <a:r>
              <a:rPr lang="en-US" sz="4400" dirty="0"/>
              <a:t>Re-analysis of Corral Lopez (2026) </a:t>
            </a:r>
          </a:p>
        </p:txBody>
      </p:sp>
      <p:sp>
        <p:nvSpPr>
          <p:cNvPr id="3" name="Sous-titre 2">
            <a:extLst>
              <a:ext uri="{FF2B5EF4-FFF2-40B4-BE49-F238E27FC236}">
                <a16:creationId xmlns:a16="http://schemas.microsoft.com/office/drawing/2014/main" id="{25A4AC0D-612C-55EA-5B00-AC6D7149EDE8}"/>
              </a:ext>
            </a:extLst>
          </p:cNvPr>
          <p:cNvSpPr>
            <a:spLocks noGrp="1"/>
          </p:cNvSpPr>
          <p:nvPr>
            <p:ph type="subTitle" idx="1"/>
          </p:nvPr>
        </p:nvSpPr>
        <p:spPr/>
        <p:txBody>
          <a:bodyPr/>
          <a:lstStyle/>
          <a:p>
            <a:r>
              <a:rPr lang="en-US" dirty="0"/>
              <a:t>Network inference intermediate results</a:t>
            </a:r>
          </a:p>
        </p:txBody>
      </p:sp>
    </p:spTree>
    <p:extLst>
      <p:ext uri="{BB962C8B-B14F-4D97-AF65-F5344CB8AC3E}">
        <p14:creationId xmlns:p14="http://schemas.microsoft.com/office/powerpoint/2010/main" val="3199821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8D1D65-9B30-0EEC-5FE8-82C1B56FDB97}"/>
              </a:ext>
            </a:extLst>
          </p:cNvPr>
          <p:cNvSpPr>
            <a:spLocks noGrp="1"/>
          </p:cNvSpPr>
          <p:nvPr>
            <p:ph type="title"/>
          </p:nvPr>
        </p:nvSpPr>
        <p:spPr>
          <a:xfrm>
            <a:off x="244887" y="197602"/>
            <a:ext cx="10515600" cy="598136"/>
          </a:xfrm>
        </p:spPr>
        <p:txBody>
          <a:bodyPr>
            <a:normAutofit/>
          </a:bodyPr>
          <a:lstStyle/>
          <a:p>
            <a:r>
              <a:rPr lang="en-US" sz="3000" dirty="0"/>
              <a:t>IBD network inference with </a:t>
            </a:r>
            <a:r>
              <a:rPr lang="en-US" sz="3000" dirty="0" err="1"/>
              <a:t>FlashWeave</a:t>
            </a:r>
            <a:endParaRPr lang="en-US" sz="3000" dirty="0"/>
          </a:p>
        </p:txBody>
      </p:sp>
      <p:sp>
        <p:nvSpPr>
          <p:cNvPr id="3" name="ZoneTexte 2">
            <a:extLst>
              <a:ext uri="{FF2B5EF4-FFF2-40B4-BE49-F238E27FC236}">
                <a16:creationId xmlns:a16="http://schemas.microsoft.com/office/drawing/2014/main" id="{A10D1C6F-0BA0-4B9D-CFDD-9502FF81B740}"/>
              </a:ext>
            </a:extLst>
          </p:cNvPr>
          <p:cNvSpPr txBox="1"/>
          <p:nvPr/>
        </p:nvSpPr>
        <p:spPr>
          <a:xfrm>
            <a:off x="355988" y="1033063"/>
            <a:ext cx="8348262" cy="2031325"/>
          </a:xfrm>
          <a:prstGeom prst="rect">
            <a:avLst/>
          </a:prstGeom>
          <a:noFill/>
        </p:spPr>
        <p:txBody>
          <a:bodyPr wrap="square" rtlCol="0">
            <a:spAutoFit/>
          </a:bodyPr>
          <a:lstStyle/>
          <a:p>
            <a:pPr marL="285750" indent="-285750">
              <a:buFontTx/>
              <a:buChar char="-"/>
            </a:pPr>
            <a:r>
              <a:rPr lang="en-US" dirty="0"/>
              <a:t>Number of samples and taxa: 432 features x 1630 samples </a:t>
            </a:r>
          </a:p>
          <a:p>
            <a:pPr marL="742950" lvl="1" indent="-285750">
              <a:buFontTx/>
              <a:buChar char="-"/>
            </a:pPr>
            <a:r>
              <a:rPr lang="en-US" dirty="0"/>
              <a:t>For control samples: 428 samples</a:t>
            </a:r>
          </a:p>
          <a:p>
            <a:pPr marL="742950" lvl="1" indent="-285750">
              <a:buFontTx/>
              <a:buChar char="-"/>
            </a:pPr>
            <a:r>
              <a:rPr lang="en-US" dirty="0"/>
              <a:t>For diseased samples: 1202 samples</a:t>
            </a:r>
          </a:p>
          <a:p>
            <a:pPr marL="285750" indent="-285750">
              <a:buFontTx/>
              <a:buChar char="-"/>
            </a:pPr>
            <a:r>
              <a:rPr lang="en-US" dirty="0"/>
              <a:t>Prevalence filtering (5%):</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4" name="ZoneTexte 3">
            <a:extLst>
              <a:ext uri="{FF2B5EF4-FFF2-40B4-BE49-F238E27FC236}">
                <a16:creationId xmlns:a16="http://schemas.microsoft.com/office/drawing/2014/main" id="{9E61976D-4D3C-B14E-59E8-64E361E41D80}"/>
              </a:ext>
            </a:extLst>
          </p:cNvPr>
          <p:cNvSpPr txBox="1"/>
          <p:nvPr/>
        </p:nvSpPr>
        <p:spPr>
          <a:xfrm>
            <a:off x="244887" y="729735"/>
            <a:ext cx="3821880" cy="369332"/>
          </a:xfrm>
          <a:prstGeom prst="rect">
            <a:avLst/>
          </a:prstGeom>
          <a:noFill/>
        </p:spPr>
        <p:txBody>
          <a:bodyPr wrap="none" rtlCol="0">
            <a:spAutoFit/>
          </a:bodyPr>
          <a:lstStyle/>
          <a:p>
            <a:r>
              <a:rPr lang="en-US" b="1" dirty="0"/>
              <a:t>Network construction with all taxa </a:t>
            </a:r>
          </a:p>
        </p:txBody>
      </p:sp>
      <p:sp>
        <p:nvSpPr>
          <p:cNvPr id="5" name="ZoneTexte 4">
            <a:extLst>
              <a:ext uri="{FF2B5EF4-FFF2-40B4-BE49-F238E27FC236}">
                <a16:creationId xmlns:a16="http://schemas.microsoft.com/office/drawing/2014/main" id="{7269C9AC-A444-A1A9-A806-66EC49B2CBF6}"/>
              </a:ext>
            </a:extLst>
          </p:cNvPr>
          <p:cNvSpPr txBox="1"/>
          <p:nvPr/>
        </p:nvSpPr>
        <p:spPr>
          <a:xfrm>
            <a:off x="543159" y="3486379"/>
            <a:ext cx="3859198" cy="369332"/>
          </a:xfrm>
          <a:prstGeom prst="rect">
            <a:avLst/>
          </a:prstGeom>
          <a:noFill/>
        </p:spPr>
        <p:txBody>
          <a:bodyPr wrap="none" rtlCol="0">
            <a:spAutoFit/>
          </a:bodyPr>
          <a:lstStyle/>
          <a:p>
            <a:r>
              <a:rPr lang="en-US" b="1" dirty="0"/>
              <a:t>Network construction with top taxa</a:t>
            </a:r>
          </a:p>
        </p:txBody>
      </p:sp>
      <p:pic>
        <p:nvPicPr>
          <p:cNvPr id="2050" name="Picture 2">
            <a:extLst>
              <a:ext uri="{FF2B5EF4-FFF2-40B4-BE49-F238E27FC236}">
                <a16:creationId xmlns:a16="http://schemas.microsoft.com/office/drawing/2014/main" id="{F9B705CA-D341-DF73-6281-BA2E43595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988" y="3800154"/>
            <a:ext cx="3821880" cy="2729914"/>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0821AFA0-8187-48D8-0E3C-08990E8DE704}"/>
              </a:ext>
            </a:extLst>
          </p:cNvPr>
          <p:cNvSpPr txBox="1"/>
          <p:nvPr/>
        </p:nvSpPr>
        <p:spPr>
          <a:xfrm>
            <a:off x="4235957" y="3964782"/>
            <a:ext cx="6952232" cy="1754326"/>
          </a:xfrm>
          <a:prstGeom prst="rect">
            <a:avLst/>
          </a:prstGeom>
          <a:noFill/>
        </p:spPr>
        <p:txBody>
          <a:bodyPr wrap="square" rtlCol="0">
            <a:spAutoFit/>
          </a:bodyPr>
          <a:lstStyle/>
          <a:p>
            <a:pPr marL="285750" indent="-285750">
              <a:buFontTx/>
              <a:buChar char="-"/>
            </a:pPr>
            <a:r>
              <a:rPr lang="en-US" dirty="0"/>
              <a:t>Abundance filtering (top 1%): </a:t>
            </a:r>
          </a:p>
          <a:p>
            <a:pPr marL="742950" lvl="1" indent="-285750">
              <a:buFontTx/>
              <a:buChar char="-"/>
            </a:pPr>
            <a:r>
              <a:rPr lang="en-US" dirty="0"/>
              <a:t>For control samples: 74 features</a:t>
            </a:r>
          </a:p>
          <a:p>
            <a:pPr marL="742950" lvl="1" indent="-285750">
              <a:buFontTx/>
              <a:buChar char="-"/>
            </a:pPr>
            <a:r>
              <a:rPr lang="en-US" dirty="0"/>
              <a:t>For diseased samples: 80 features</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9" name="ZoneTexte 8">
            <a:extLst>
              <a:ext uri="{FF2B5EF4-FFF2-40B4-BE49-F238E27FC236}">
                <a16:creationId xmlns:a16="http://schemas.microsoft.com/office/drawing/2014/main" id="{7D558111-7359-CF13-C0D3-F36B980E4A93}"/>
              </a:ext>
            </a:extLst>
          </p:cNvPr>
          <p:cNvSpPr txBox="1"/>
          <p:nvPr/>
        </p:nvSpPr>
        <p:spPr>
          <a:xfrm>
            <a:off x="7429209" y="617564"/>
            <a:ext cx="3906559" cy="830997"/>
          </a:xfrm>
          <a:prstGeom prst="rect">
            <a:avLst/>
          </a:prstGeom>
          <a:noFill/>
        </p:spPr>
        <p:txBody>
          <a:bodyPr wrap="square" rtlCol="0">
            <a:spAutoFit/>
          </a:bodyPr>
          <a:lstStyle/>
          <a:p>
            <a:r>
              <a:rPr lang="en-US" sz="1600" b="1" dirty="0">
                <a:solidFill>
                  <a:srgbClr val="FF0000"/>
                </a:solidFill>
              </a:rPr>
              <a:t>This dataset was not rarefied since we do not have raw counts (and thus library size) to do so.</a:t>
            </a:r>
          </a:p>
        </p:txBody>
      </p:sp>
    </p:spTree>
    <p:extLst>
      <p:ext uri="{BB962C8B-B14F-4D97-AF65-F5344CB8AC3E}">
        <p14:creationId xmlns:p14="http://schemas.microsoft.com/office/powerpoint/2010/main" val="749989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2680F-D7DA-06E1-FDE0-3834D46276A9}"/>
            </a:ext>
          </a:extLst>
        </p:cNvPr>
        <p:cNvGrpSpPr/>
        <p:nvPr/>
      </p:nvGrpSpPr>
      <p:grpSpPr>
        <a:xfrm>
          <a:off x="0" y="0"/>
          <a:ext cx="0" cy="0"/>
          <a:chOff x="0" y="0"/>
          <a:chExt cx="0" cy="0"/>
        </a:xfrm>
      </p:grpSpPr>
      <p:pic>
        <p:nvPicPr>
          <p:cNvPr id="6" name="Picture 2">
            <a:extLst>
              <a:ext uri="{FF2B5EF4-FFF2-40B4-BE49-F238E27FC236}">
                <a16:creationId xmlns:a16="http://schemas.microsoft.com/office/drawing/2014/main" id="{4ECE7DD8-255D-C2A9-3266-97FC4043B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50" y="979707"/>
            <a:ext cx="4324140" cy="5559608"/>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12D0D191-E8D9-8666-DAA8-825FF4CB4C34}"/>
              </a:ext>
            </a:extLst>
          </p:cNvPr>
          <p:cNvSpPr>
            <a:spLocks noGrp="1"/>
          </p:cNvSpPr>
          <p:nvPr>
            <p:ph type="title"/>
          </p:nvPr>
        </p:nvSpPr>
        <p:spPr>
          <a:xfrm>
            <a:off x="244887" y="197602"/>
            <a:ext cx="10515600" cy="598136"/>
          </a:xfrm>
        </p:spPr>
        <p:txBody>
          <a:bodyPr>
            <a:normAutofit/>
          </a:bodyPr>
          <a:lstStyle/>
          <a:p>
            <a:r>
              <a:rPr lang="en-US" sz="3000" dirty="0"/>
              <a:t>IBD network inference with </a:t>
            </a:r>
            <a:r>
              <a:rPr lang="en-US" sz="3000" dirty="0" err="1"/>
              <a:t>FlashWeave</a:t>
            </a:r>
            <a:r>
              <a:rPr lang="en-US" sz="3000" dirty="0"/>
              <a:t> – prevalence inside loop</a:t>
            </a:r>
          </a:p>
        </p:txBody>
      </p:sp>
      <p:sp>
        <p:nvSpPr>
          <p:cNvPr id="4" name="ZoneTexte 3">
            <a:extLst>
              <a:ext uri="{FF2B5EF4-FFF2-40B4-BE49-F238E27FC236}">
                <a16:creationId xmlns:a16="http://schemas.microsoft.com/office/drawing/2014/main" id="{97D3F02A-A17D-E231-0C3B-2F360F8B8DC7}"/>
              </a:ext>
            </a:extLst>
          </p:cNvPr>
          <p:cNvSpPr txBox="1"/>
          <p:nvPr/>
        </p:nvSpPr>
        <p:spPr>
          <a:xfrm>
            <a:off x="3963765" y="5471364"/>
            <a:ext cx="2304288" cy="954107"/>
          </a:xfrm>
          <a:prstGeom prst="rect">
            <a:avLst/>
          </a:prstGeom>
          <a:noFill/>
        </p:spPr>
        <p:txBody>
          <a:bodyPr wrap="square" rtlCol="0">
            <a:spAutoFit/>
          </a:bodyPr>
          <a:lstStyle/>
          <a:p>
            <a:r>
              <a:rPr lang="en-US" sz="1400" dirty="0"/>
              <a:t>In healthy cohorts (at least for the gut microbiota), we expect higher evenness, so the results make sense.</a:t>
            </a:r>
          </a:p>
        </p:txBody>
      </p:sp>
      <p:sp>
        <p:nvSpPr>
          <p:cNvPr id="3" name="ZoneTexte 2">
            <a:extLst>
              <a:ext uri="{FF2B5EF4-FFF2-40B4-BE49-F238E27FC236}">
                <a16:creationId xmlns:a16="http://schemas.microsoft.com/office/drawing/2014/main" id="{5999C62E-25CA-CDF2-71CC-9DB68B2AB02D}"/>
              </a:ext>
            </a:extLst>
          </p:cNvPr>
          <p:cNvSpPr txBox="1"/>
          <p:nvPr/>
        </p:nvSpPr>
        <p:spPr>
          <a:xfrm>
            <a:off x="3760588" y="2640760"/>
            <a:ext cx="1862945" cy="954107"/>
          </a:xfrm>
          <a:prstGeom prst="rect">
            <a:avLst/>
          </a:prstGeom>
          <a:noFill/>
        </p:spPr>
        <p:txBody>
          <a:bodyPr wrap="square" rtlCol="0">
            <a:spAutoFit/>
          </a:bodyPr>
          <a:lstStyle/>
          <a:p>
            <a:r>
              <a:rPr lang="en-US" sz="1400" dirty="0"/>
              <a:t>Higher PEP for healthy, but not constantly significant across subsampling</a:t>
            </a:r>
          </a:p>
        </p:txBody>
      </p:sp>
      <p:sp>
        <p:nvSpPr>
          <p:cNvPr id="5" name="ZoneTexte 4">
            <a:extLst>
              <a:ext uri="{FF2B5EF4-FFF2-40B4-BE49-F238E27FC236}">
                <a16:creationId xmlns:a16="http://schemas.microsoft.com/office/drawing/2014/main" id="{E197422A-FCF8-756C-A0F4-B2E690488CEF}"/>
              </a:ext>
            </a:extLst>
          </p:cNvPr>
          <p:cNvSpPr txBox="1"/>
          <p:nvPr/>
        </p:nvSpPr>
        <p:spPr>
          <a:xfrm>
            <a:off x="6683662" y="4881265"/>
            <a:ext cx="4514241" cy="523220"/>
          </a:xfrm>
          <a:prstGeom prst="rect">
            <a:avLst/>
          </a:prstGeom>
          <a:noFill/>
        </p:spPr>
        <p:txBody>
          <a:bodyPr wrap="square" rtlCol="0">
            <a:spAutoFit/>
          </a:bodyPr>
          <a:lstStyle/>
          <a:p>
            <a:r>
              <a:rPr lang="en-US" sz="1400" dirty="0"/>
              <a:t>No significant correlations between intra-groups and inter-groups</a:t>
            </a:r>
          </a:p>
        </p:txBody>
      </p:sp>
      <p:pic>
        <p:nvPicPr>
          <p:cNvPr id="7" name="Picture 4">
            <a:extLst>
              <a:ext uri="{FF2B5EF4-FFF2-40B4-BE49-F238E27FC236}">
                <a16:creationId xmlns:a16="http://schemas.microsoft.com/office/drawing/2014/main" id="{95678F10-7753-A062-78FA-C59596AB0A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799" y="946978"/>
            <a:ext cx="5428343" cy="3877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0976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ACB64-1F8E-37F4-4369-4A74461653E3}"/>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81E844CF-774A-A78F-AE6C-C48684402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86" y="864150"/>
            <a:ext cx="4209518" cy="5412237"/>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2EB3F68E-C49A-94DC-B101-24E532A81E7B}"/>
              </a:ext>
            </a:extLst>
          </p:cNvPr>
          <p:cNvSpPr>
            <a:spLocks noGrp="1"/>
          </p:cNvSpPr>
          <p:nvPr>
            <p:ph type="title"/>
          </p:nvPr>
        </p:nvSpPr>
        <p:spPr>
          <a:xfrm>
            <a:off x="244886" y="197602"/>
            <a:ext cx="11301227" cy="598136"/>
          </a:xfrm>
        </p:spPr>
        <p:txBody>
          <a:bodyPr>
            <a:normAutofit fontScale="90000"/>
          </a:bodyPr>
          <a:lstStyle/>
          <a:p>
            <a:r>
              <a:rPr lang="en-US" sz="3000" dirty="0"/>
              <a:t>IBD network inference with </a:t>
            </a:r>
            <a:r>
              <a:rPr lang="en-US" sz="3000" dirty="0" err="1"/>
              <a:t>FlashWeave</a:t>
            </a:r>
            <a:r>
              <a:rPr lang="en-US" sz="3000" dirty="0"/>
              <a:t> (for top taxa) – prevalence inside loop</a:t>
            </a:r>
          </a:p>
        </p:txBody>
      </p:sp>
      <p:sp>
        <p:nvSpPr>
          <p:cNvPr id="3" name="ZoneTexte 2">
            <a:extLst>
              <a:ext uri="{FF2B5EF4-FFF2-40B4-BE49-F238E27FC236}">
                <a16:creationId xmlns:a16="http://schemas.microsoft.com/office/drawing/2014/main" id="{6D4BF5C2-EAE8-A244-B604-BE43E9C00E65}"/>
              </a:ext>
            </a:extLst>
          </p:cNvPr>
          <p:cNvSpPr txBox="1"/>
          <p:nvPr/>
        </p:nvSpPr>
        <p:spPr>
          <a:xfrm>
            <a:off x="3860022" y="5314585"/>
            <a:ext cx="1847187" cy="954107"/>
          </a:xfrm>
          <a:prstGeom prst="rect">
            <a:avLst/>
          </a:prstGeom>
          <a:noFill/>
        </p:spPr>
        <p:txBody>
          <a:bodyPr wrap="square" rtlCol="0">
            <a:spAutoFit/>
          </a:bodyPr>
          <a:lstStyle/>
          <a:p>
            <a:r>
              <a:rPr lang="en-US" sz="1400" dirty="0"/>
              <a:t>Difference in evenness is exacerbated when considering top taxa.</a:t>
            </a:r>
          </a:p>
        </p:txBody>
      </p:sp>
      <p:sp>
        <p:nvSpPr>
          <p:cNvPr id="4" name="ZoneTexte 3">
            <a:extLst>
              <a:ext uri="{FF2B5EF4-FFF2-40B4-BE49-F238E27FC236}">
                <a16:creationId xmlns:a16="http://schemas.microsoft.com/office/drawing/2014/main" id="{81A59F7B-928C-F9BB-9FD1-F2718FA23159}"/>
              </a:ext>
            </a:extLst>
          </p:cNvPr>
          <p:cNvSpPr txBox="1"/>
          <p:nvPr/>
        </p:nvSpPr>
        <p:spPr>
          <a:xfrm>
            <a:off x="3860022" y="2666700"/>
            <a:ext cx="2352315" cy="954107"/>
          </a:xfrm>
          <a:prstGeom prst="rect">
            <a:avLst/>
          </a:prstGeom>
          <a:noFill/>
        </p:spPr>
        <p:txBody>
          <a:bodyPr wrap="square" rtlCol="0">
            <a:spAutoFit/>
          </a:bodyPr>
          <a:lstStyle/>
          <a:p>
            <a:r>
              <a:rPr lang="en-US" sz="1400" dirty="0"/>
              <a:t>PEP is lower for D when taking top taxa, which is consistent with the first analysis.</a:t>
            </a:r>
          </a:p>
        </p:txBody>
      </p:sp>
      <p:sp>
        <p:nvSpPr>
          <p:cNvPr id="10" name="ZoneTexte 9">
            <a:extLst>
              <a:ext uri="{FF2B5EF4-FFF2-40B4-BE49-F238E27FC236}">
                <a16:creationId xmlns:a16="http://schemas.microsoft.com/office/drawing/2014/main" id="{B2A39FC8-7D78-FCD4-5BB7-45C32462766A}"/>
              </a:ext>
            </a:extLst>
          </p:cNvPr>
          <p:cNvSpPr txBox="1"/>
          <p:nvPr/>
        </p:nvSpPr>
        <p:spPr>
          <a:xfrm>
            <a:off x="7178694" y="4809324"/>
            <a:ext cx="3745712" cy="1169551"/>
          </a:xfrm>
          <a:prstGeom prst="rect">
            <a:avLst/>
          </a:prstGeom>
          <a:noFill/>
        </p:spPr>
        <p:txBody>
          <a:bodyPr wrap="square" rtlCol="0">
            <a:spAutoFit/>
          </a:bodyPr>
          <a:lstStyle/>
          <a:p>
            <a:r>
              <a:rPr lang="en-US" sz="1400" dirty="0"/>
              <a:t>This time, correlation between groups is statistically significant, but positive (and not negative as we expected),</a:t>
            </a:r>
          </a:p>
          <a:p>
            <a:r>
              <a:rPr lang="en-US" sz="1400" dirty="0"/>
              <a:t>Also, correlation intra-group between PEP and evenness is not significant anymore.</a:t>
            </a:r>
          </a:p>
        </p:txBody>
      </p:sp>
      <p:pic>
        <p:nvPicPr>
          <p:cNvPr id="2052" name="Picture 4">
            <a:extLst>
              <a:ext uri="{FF2B5EF4-FFF2-40B4-BE49-F238E27FC236}">
                <a16:creationId xmlns:a16="http://schemas.microsoft.com/office/drawing/2014/main" id="{12D39DCE-B07F-AA71-A8B1-2BD859D09C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1685" y="795738"/>
            <a:ext cx="5515429" cy="3939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076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41EC0-C84D-F591-E6E7-D734A9257A6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718950-E43C-37FB-FD18-5AF8FB9E7DF6}"/>
              </a:ext>
            </a:extLst>
          </p:cNvPr>
          <p:cNvSpPr>
            <a:spLocks noGrp="1"/>
          </p:cNvSpPr>
          <p:nvPr>
            <p:ph type="title"/>
          </p:nvPr>
        </p:nvSpPr>
        <p:spPr>
          <a:xfrm>
            <a:off x="244887" y="197602"/>
            <a:ext cx="10515600" cy="598136"/>
          </a:xfrm>
        </p:spPr>
        <p:txBody>
          <a:bodyPr>
            <a:normAutofit/>
          </a:bodyPr>
          <a:lstStyle/>
          <a:p>
            <a:r>
              <a:rPr lang="en-US" sz="3000" dirty="0"/>
              <a:t>IBS network inference with </a:t>
            </a:r>
            <a:r>
              <a:rPr lang="en-US" sz="3000" dirty="0" err="1"/>
              <a:t>FlashWeave</a:t>
            </a:r>
            <a:endParaRPr lang="en-US" sz="3000" dirty="0"/>
          </a:p>
        </p:txBody>
      </p:sp>
      <p:sp>
        <p:nvSpPr>
          <p:cNvPr id="3" name="ZoneTexte 2">
            <a:extLst>
              <a:ext uri="{FF2B5EF4-FFF2-40B4-BE49-F238E27FC236}">
                <a16:creationId xmlns:a16="http://schemas.microsoft.com/office/drawing/2014/main" id="{32B8AB40-76B9-475F-58DD-43BAB2FB42F1}"/>
              </a:ext>
            </a:extLst>
          </p:cNvPr>
          <p:cNvSpPr txBox="1"/>
          <p:nvPr/>
        </p:nvSpPr>
        <p:spPr>
          <a:xfrm>
            <a:off x="355988" y="1033063"/>
            <a:ext cx="6952232" cy="2031325"/>
          </a:xfrm>
          <a:prstGeom prst="rect">
            <a:avLst/>
          </a:prstGeom>
          <a:noFill/>
        </p:spPr>
        <p:txBody>
          <a:bodyPr wrap="square" rtlCol="0">
            <a:spAutoFit/>
          </a:bodyPr>
          <a:lstStyle/>
          <a:p>
            <a:pPr marL="285750" indent="-285750">
              <a:buFontTx/>
              <a:buChar char="-"/>
            </a:pPr>
            <a:r>
              <a:rPr lang="en-US" dirty="0"/>
              <a:t>Number of samples and taxa </a:t>
            </a:r>
            <a:r>
              <a:rPr lang="en-US" u="sng" dirty="0"/>
              <a:t>before</a:t>
            </a:r>
            <a:r>
              <a:rPr lang="en-US" dirty="0"/>
              <a:t> rarefaction:</a:t>
            </a:r>
          </a:p>
          <a:p>
            <a:pPr marL="742950" lvl="1" indent="-285750">
              <a:buFontTx/>
              <a:buChar char="-"/>
            </a:pPr>
            <a:r>
              <a:rPr lang="en-US" dirty="0"/>
              <a:t>For control samples: 598 features and 21 samples</a:t>
            </a:r>
          </a:p>
          <a:p>
            <a:pPr marL="742950" lvl="1" indent="-285750">
              <a:buFontTx/>
              <a:buChar char="-"/>
            </a:pPr>
            <a:r>
              <a:rPr lang="en-US" dirty="0"/>
              <a:t>For diseased samples: 598 features and 41 samples</a:t>
            </a:r>
          </a:p>
          <a:p>
            <a:pPr marL="285750" indent="-285750">
              <a:buFontTx/>
              <a:buChar char="-"/>
            </a:pPr>
            <a:r>
              <a:rPr lang="en-US" dirty="0"/>
              <a:t>Prevalence filtering (5%)</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4" name="ZoneTexte 3">
            <a:extLst>
              <a:ext uri="{FF2B5EF4-FFF2-40B4-BE49-F238E27FC236}">
                <a16:creationId xmlns:a16="http://schemas.microsoft.com/office/drawing/2014/main" id="{1A38DC65-2105-F2FD-25AF-FB1F6B73C531}"/>
              </a:ext>
            </a:extLst>
          </p:cNvPr>
          <p:cNvSpPr txBox="1"/>
          <p:nvPr/>
        </p:nvSpPr>
        <p:spPr>
          <a:xfrm>
            <a:off x="244887" y="729735"/>
            <a:ext cx="3821880" cy="369332"/>
          </a:xfrm>
          <a:prstGeom prst="rect">
            <a:avLst/>
          </a:prstGeom>
          <a:noFill/>
        </p:spPr>
        <p:txBody>
          <a:bodyPr wrap="none" rtlCol="0">
            <a:spAutoFit/>
          </a:bodyPr>
          <a:lstStyle/>
          <a:p>
            <a:r>
              <a:rPr lang="en-US" b="1" dirty="0"/>
              <a:t>Network construction with all taxa </a:t>
            </a:r>
          </a:p>
        </p:txBody>
      </p:sp>
      <p:sp>
        <p:nvSpPr>
          <p:cNvPr id="6" name="ZoneTexte 5">
            <a:extLst>
              <a:ext uri="{FF2B5EF4-FFF2-40B4-BE49-F238E27FC236}">
                <a16:creationId xmlns:a16="http://schemas.microsoft.com/office/drawing/2014/main" id="{1B54754B-A2C0-B029-4314-4FBE395265AA}"/>
              </a:ext>
            </a:extLst>
          </p:cNvPr>
          <p:cNvSpPr txBox="1"/>
          <p:nvPr/>
        </p:nvSpPr>
        <p:spPr>
          <a:xfrm>
            <a:off x="590651" y="2932381"/>
            <a:ext cx="6952232" cy="369332"/>
          </a:xfrm>
          <a:prstGeom prst="rect">
            <a:avLst/>
          </a:prstGeom>
          <a:noFill/>
        </p:spPr>
        <p:txBody>
          <a:bodyPr wrap="square" rtlCol="0">
            <a:spAutoFit/>
          </a:bodyPr>
          <a:lstStyle/>
          <a:p>
            <a:r>
              <a:rPr lang="en-US" dirty="0"/>
              <a:t>But…</a:t>
            </a:r>
          </a:p>
        </p:txBody>
      </p:sp>
      <p:pic>
        <p:nvPicPr>
          <p:cNvPr id="8" name="Image 7">
            <a:extLst>
              <a:ext uri="{FF2B5EF4-FFF2-40B4-BE49-F238E27FC236}">
                <a16:creationId xmlns:a16="http://schemas.microsoft.com/office/drawing/2014/main" id="{3A7B1736-5FF6-CE67-65CE-9D63E17B68FB}"/>
              </a:ext>
            </a:extLst>
          </p:cNvPr>
          <p:cNvPicPr>
            <a:picLocks noChangeAspect="1"/>
          </p:cNvPicPr>
          <p:nvPr/>
        </p:nvPicPr>
        <p:blipFill>
          <a:blip r:embed="rId2"/>
          <a:stretch>
            <a:fillRect/>
          </a:stretch>
        </p:blipFill>
        <p:spPr>
          <a:xfrm>
            <a:off x="543220" y="3378200"/>
            <a:ext cx="5552780" cy="1179139"/>
          </a:xfrm>
          <a:prstGeom prst="rect">
            <a:avLst/>
          </a:prstGeom>
        </p:spPr>
      </p:pic>
      <p:pic>
        <p:nvPicPr>
          <p:cNvPr id="7" name="Image 6">
            <a:extLst>
              <a:ext uri="{FF2B5EF4-FFF2-40B4-BE49-F238E27FC236}">
                <a16:creationId xmlns:a16="http://schemas.microsoft.com/office/drawing/2014/main" id="{0E4CEB1B-DF0A-DAC4-B2C6-AABEE2D9B7B8}"/>
              </a:ext>
            </a:extLst>
          </p:cNvPr>
          <p:cNvPicPr>
            <a:picLocks noChangeAspect="1"/>
          </p:cNvPicPr>
          <p:nvPr/>
        </p:nvPicPr>
        <p:blipFill>
          <a:blip r:embed="rId3"/>
          <a:stretch>
            <a:fillRect/>
          </a:stretch>
        </p:blipFill>
        <p:spPr>
          <a:xfrm>
            <a:off x="6411113" y="1625468"/>
            <a:ext cx="4939059" cy="3352490"/>
          </a:xfrm>
          <a:prstGeom prst="rect">
            <a:avLst/>
          </a:prstGeom>
        </p:spPr>
      </p:pic>
      <p:sp>
        <p:nvSpPr>
          <p:cNvPr id="9" name="ZoneTexte 8">
            <a:extLst>
              <a:ext uri="{FF2B5EF4-FFF2-40B4-BE49-F238E27FC236}">
                <a16:creationId xmlns:a16="http://schemas.microsoft.com/office/drawing/2014/main" id="{A0A316F0-B504-61A8-12E5-30BCD6C3215F}"/>
              </a:ext>
            </a:extLst>
          </p:cNvPr>
          <p:cNvSpPr txBox="1"/>
          <p:nvPr/>
        </p:nvSpPr>
        <p:spPr>
          <a:xfrm>
            <a:off x="6744708" y="1264528"/>
            <a:ext cx="6952232" cy="369332"/>
          </a:xfrm>
          <a:prstGeom prst="rect">
            <a:avLst/>
          </a:prstGeom>
          <a:noFill/>
        </p:spPr>
        <p:txBody>
          <a:bodyPr wrap="square" rtlCol="0">
            <a:spAutoFit/>
          </a:bodyPr>
          <a:lstStyle/>
          <a:p>
            <a:r>
              <a:rPr lang="en-US" dirty="0"/>
              <a:t>They managed to get results for IBS, though…</a:t>
            </a:r>
          </a:p>
        </p:txBody>
      </p:sp>
    </p:spTree>
    <p:extLst>
      <p:ext uri="{BB962C8B-B14F-4D97-AF65-F5344CB8AC3E}">
        <p14:creationId xmlns:p14="http://schemas.microsoft.com/office/powerpoint/2010/main" val="2789594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1A295-4B90-3147-046D-66C05E2B083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171269-4EF2-E9EA-B0A8-B953548C0699}"/>
              </a:ext>
            </a:extLst>
          </p:cNvPr>
          <p:cNvSpPr>
            <a:spLocks noGrp="1"/>
          </p:cNvSpPr>
          <p:nvPr>
            <p:ph type="title"/>
          </p:nvPr>
        </p:nvSpPr>
        <p:spPr>
          <a:xfrm>
            <a:off x="244887" y="197602"/>
            <a:ext cx="10515600" cy="598136"/>
          </a:xfrm>
        </p:spPr>
        <p:txBody>
          <a:bodyPr>
            <a:normAutofit/>
          </a:bodyPr>
          <a:lstStyle/>
          <a:p>
            <a:r>
              <a:rPr lang="en-US" sz="3000" dirty="0"/>
              <a:t>CDI network inference with </a:t>
            </a:r>
            <a:r>
              <a:rPr lang="en-US" sz="3000" dirty="0" err="1"/>
              <a:t>FlashWeave</a:t>
            </a:r>
            <a:endParaRPr lang="en-US" sz="3000" dirty="0"/>
          </a:p>
        </p:txBody>
      </p:sp>
      <p:sp>
        <p:nvSpPr>
          <p:cNvPr id="3" name="ZoneTexte 2">
            <a:extLst>
              <a:ext uri="{FF2B5EF4-FFF2-40B4-BE49-F238E27FC236}">
                <a16:creationId xmlns:a16="http://schemas.microsoft.com/office/drawing/2014/main" id="{4D780726-1BDE-4775-9C35-588F570B3F70}"/>
              </a:ext>
            </a:extLst>
          </p:cNvPr>
          <p:cNvSpPr txBox="1"/>
          <p:nvPr/>
        </p:nvSpPr>
        <p:spPr>
          <a:xfrm>
            <a:off x="355988" y="1033063"/>
            <a:ext cx="6952232" cy="2031325"/>
          </a:xfrm>
          <a:prstGeom prst="rect">
            <a:avLst/>
          </a:prstGeom>
          <a:noFill/>
        </p:spPr>
        <p:txBody>
          <a:bodyPr wrap="square" rtlCol="0">
            <a:spAutoFit/>
          </a:bodyPr>
          <a:lstStyle/>
          <a:p>
            <a:pPr marL="285750" indent="-285750">
              <a:buFontTx/>
              <a:buChar char="-"/>
            </a:pPr>
            <a:r>
              <a:rPr lang="en-US" dirty="0"/>
              <a:t>Number of samples and taxa after rarefaction:</a:t>
            </a:r>
          </a:p>
          <a:p>
            <a:pPr marL="742950" lvl="1" indent="-285750">
              <a:buFontTx/>
              <a:buChar char="-"/>
            </a:pPr>
            <a:r>
              <a:rPr lang="en-US" dirty="0"/>
              <a:t>For control samples: 868 features and 132 samples</a:t>
            </a:r>
          </a:p>
          <a:p>
            <a:pPr marL="742950" lvl="1" indent="-285750">
              <a:buFontTx/>
              <a:buChar char="-"/>
            </a:pPr>
            <a:r>
              <a:rPr lang="en-US" dirty="0"/>
              <a:t>For diseased samples: 868 features and 234 samples</a:t>
            </a:r>
          </a:p>
          <a:p>
            <a:pPr marL="285750" indent="-285750">
              <a:buFontTx/>
              <a:buChar char="-"/>
            </a:pPr>
            <a:r>
              <a:rPr lang="en-US" dirty="0"/>
              <a:t>Prevalence filtering (5%)</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4" name="ZoneTexte 3">
            <a:extLst>
              <a:ext uri="{FF2B5EF4-FFF2-40B4-BE49-F238E27FC236}">
                <a16:creationId xmlns:a16="http://schemas.microsoft.com/office/drawing/2014/main" id="{8EEE4732-0D14-D43C-5782-A61CC7D71375}"/>
              </a:ext>
            </a:extLst>
          </p:cNvPr>
          <p:cNvSpPr txBox="1"/>
          <p:nvPr/>
        </p:nvSpPr>
        <p:spPr>
          <a:xfrm>
            <a:off x="244887" y="729735"/>
            <a:ext cx="3821880" cy="369332"/>
          </a:xfrm>
          <a:prstGeom prst="rect">
            <a:avLst/>
          </a:prstGeom>
          <a:noFill/>
        </p:spPr>
        <p:txBody>
          <a:bodyPr wrap="none" rtlCol="0">
            <a:spAutoFit/>
          </a:bodyPr>
          <a:lstStyle/>
          <a:p>
            <a:r>
              <a:rPr lang="en-US" b="1" dirty="0"/>
              <a:t>Network construction with all taxa </a:t>
            </a:r>
          </a:p>
        </p:txBody>
      </p:sp>
      <p:sp>
        <p:nvSpPr>
          <p:cNvPr id="5" name="ZoneTexte 4">
            <a:extLst>
              <a:ext uri="{FF2B5EF4-FFF2-40B4-BE49-F238E27FC236}">
                <a16:creationId xmlns:a16="http://schemas.microsoft.com/office/drawing/2014/main" id="{668B70CD-A1D6-C410-B770-5F3353BB0948}"/>
              </a:ext>
            </a:extLst>
          </p:cNvPr>
          <p:cNvSpPr txBox="1"/>
          <p:nvPr/>
        </p:nvSpPr>
        <p:spPr>
          <a:xfrm>
            <a:off x="303409" y="3003543"/>
            <a:ext cx="3859198" cy="369332"/>
          </a:xfrm>
          <a:prstGeom prst="rect">
            <a:avLst/>
          </a:prstGeom>
          <a:noFill/>
        </p:spPr>
        <p:txBody>
          <a:bodyPr wrap="none" rtlCol="0">
            <a:spAutoFit/>
          </a:bodyPr>
          <a:lstStyle/>
          <a:p>
            <a:r>
              <a:rPr lang="en-US" b="1" dirty="0"/>
              <a:t>Network construction with top taxa</a:t>
            </a:r>
          </a:p>
        </p:txBody>
      </p:sp>
      <p:sp>
        <p:nvSpPr>
          <p:cNvPr id="6" name="ZoneTexte 5">
            <a:extLst>
              <a:ext uri="{FF2B5EF4-FFF2-40B4-BE49-F238E27FC236}">
                <a16:creationId xmlns:a16="http://schemas.microsoft.com/office/drawing/2014/main" id="{1BC1B56D-4320-2FCE-7AF1-4C36BA9142E7}"/>
              </a:ext>
            </a:extLst>
          </p:cNvPr>
          <p:cNvSpPr txBox="1"/>
          <p:nvPr/>
        </p:nvSpPr>
        <p:spPr>
          <a:xfrm>
            <a:off x="4626846" y="3506731"/>
            <a:ext cx="6952232" cy="1200329"/>
          </a:xfrm>
          <a:prstGeom prst="rect">
            <a:avLst/>
          </a:prstGeom>
          <a:noFill/>
        </p:spPr>
        <p:txBody>
          <a:bodyPr wrap="square" rtlCol="0">
            <a:spAutoFit/>
          </a:bodyPr>
          <a:lstStyle/>
          <a:p>
            <a:pPr marL="285750" indent="-285750">
              <a:buFontTx/>
              <a:buChar char="-"/>
            </a:pPr>
            <a:r>
              <a:rPr lang="en-US" dirty="0"/>
              <a:t>Abundance filtering (top 1%): </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pic>
        <p:nvPicPr>
          <p:cNvPr id="3074" name="Picture 2">
            <a:extLst>
              <a:ext uri="{FF2B5EF4-FFF2-40B4-BE49-F238E27FC236}">
                <a16:creationId xmlns:a16="http://schemas.microsoft.com/office/drawing/2014/main" id="{A8A8F4D2-0CD1-3708-F4E8-D8CCAFE2C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208" y="3481247"/>
            <a:ext cx="4136236" cy="2954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982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B9280-0449-C322-5994-5FC27AA8BEE3}"/>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04E87E40-8988-7E36-8310-CD0F9A991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87" y="880174"/>
            <a:ext cx="4220577" cy="5426457"/>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2684C5A3-7D0F-B05E-70BA-A2903296BF2D}"/>
              </a:ext>
            </a:extLst>
          </p:cNvPr>
          <p:cNvSpPr>
            <a:spLocks noGrp="1"/>
          </p:cNvSpPr>
          <p:nvPr>
            <p:ph type="title"/>
          </p:nvPr>
        </p:nvSpPr>
        <p:spPr>
          <a:xfrm>
            <a:off x="244887" y="197602"/>
            <a:ext cx="10515600" cy="598136"/>
          </a:xfrm>
        </p:spPr>
        <p:txBody>
          <a:bodyPr>
            <a:normAutofit/>
          </a:bodyPr>
          <a:lstStyle/>
          <a:p>
            <a:r>
              <a:rPr lang="en-US" sz="3000" dirty="0"/>
              <a:t>CDI network inference with </a:t>
            </a:r>
            <a:r>
              <a:rPr lang="en-US" sz="3000" dirty="0" err="1"/>
              <a:t>FlashWeave</a:t>
            </a:r>
            <a:r>
              <a:rPr lang="en-US" sz="3000" dirty="0"/>
              <a:t> – prevalence inside loop </a:t>
            </a:r>
          </a:p>
        </p:txBody>
      </p:sp>
      <p:sp>
        <p:nvSpPr>
          <p:cNvPr id="3" name="ZoneTexte 2">
            <a:extLst>
              <a:ext uri="{FF2B5EF4-FFF2-40B4-BE49-F238E27FC236}">
                <a16:creationId xmlns:a16="http://schemas.microsoft.com/office/drawing/2014/main" id="{EAD0EE78-2F54-0553-B251-F4AD2AB6A5C7}"/>
              </a:ext>
            </a:extLst>
          </p:cNvPr>
          <p:cNvSpPr txBox="1"/>
          <p:nvPr/>
        </p:nvSpPr>
        <p:spPr>
          <a:xfrm>
            <a:off x="3762838" y="2690336"/>
            <a:ext cx="1663148" cy="523220"/>
          </a:xfrm>
          <a:prstGeom prst="rect">
            <a:avLst/>
          </a:prstGeom>
          <a:noFill/>
        </p:spPr>
        <p:txBody>
          <a:bodyPr wrap="square" rtlCol="0">
            <a:spAutoFit/>
          </a:bodyPr>
          <a:lstStyle/>
          <a:p>
            <a:r>
              <a:rPr lang="en-US" sz="1400" dirty="0"/>
              <a:t>PEP is still higher for D group.</a:t>
            </a:r>
          </a:p>
        </p:txBody>
      </p:sp>
      <p:pic>
        <p:nvPicPr>
          <p:cNvPr id="3076" name="Picture 4">
            <a:extLst>
              <a:ext uri="{FF2B5EF4-FFF2-40B4-BE49-F238E27FC236}">
                <a16:creationId xmlns:a16="http://schemas.microsoft.com/office/drawing/2014/main" id="{5AD719FF-D9E4-172E-6017-6C5022ECF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3437" y="795738"/>
            <a:ext cx="5825248" cy="4160891"/>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702E47EC-A6B5-8F76-C57C-4DCA9126CD34}"/>
              </a:ext>
            </a:extLst>
          </p:cNvPr>
          <p:cNvSpPr txBox="1"/>
          <p:nvPr/>
        </p:nvSpPr>
        <p:spPr>
          <a:xfrm>
            <a:off x="3839539" y="5310164"/>
            <a:ext cx="1663148" cy="954107"/>
          </a:xfrm>
          <a:prstGeom prst="rect">
            <a:avLst/>
          </a:prstGeom>
          <a:noFill/>
        </p:spPr>
        <p:txBody>
          <a:bodyPr wrap="square" rtlCol="0">
            <a:spAutoFit/>
          </a:bodyPr>
          <a:lstStyle/>
          <a:p>
            <a:r>
              <a:rPr lang="en-US" sz="1400" dirty="0"/>
              <a:t>Sheldon evenness still consistent with the previous analysis</a:t>
            </a:r>
          </a:p>
        </p:txBody>
      </p:sp>
      <p:sp>
        <p:nvSpPr>
          <p:cNvPr id="5" name="ZoneTexte 4">
            <a:extLst>
              <a:ext uri="{FF2B5EF4-FFF2-40B4-BE49-F238E27FC236}">
                <a16:creationId xmlns:a16="http://schemas.microsoft.com/office/drawing/2014/main" id="{D9FA8990-E031-0F40-D079-8261D4971718}"/>
              </a:ext>
            </a:extLst>
          </p:cNvPr>
          <p:cNvSpPr txBox="1"/>
          <p:nvPr/>
        </p:nvSpPr>
        <p:spPr>
          <a:xfrm>
            <a:off x="6296944" y="4898571"/>
            <a:ext cx="5256428" cy="307777"/>
          </a:xfrm>
          <a:prstGeom prst="rect">
            <a:avLst/>
          </a:prstGeom>
          <a:noFill/>
        </p:spPr>
        <p:txBody>
          <a:bodyPr wrap="square" rtlCol="0">
            <a:spAutoFit/>
          </a:bodyPr>
          <a:lstStyle/>
          <a:p>
            <a:r>
              <a:rPr lang="en-US" sz="1400" dirty="0"/>
              <a:t>We also have a significant positive correlation between groups</a:t>
            </a:r>
          </a:p>
        </p:txBody>
      </p:sp>
    </p:spTree>
    <p:extLst>
      <p:ext uri="{BB962C8B-B14F-4D97-AF65-F5344CB8AC3E}">
        <p14:creationId xmlns:p14="http://schemas.microsoft.com/office/powerpoint/2010/main" val="341315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4EB7-1536-DEAE-C2B5-EC49D63CAC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5086FF7-CBC7-2267-2361-8D3073A973BB}"/>
              </a:ext>
            </a:extLst>
          </p:cNvPr>
          <p:cNvSpPr>
            <a:spLocks noGrp="1"/>
          </p:cNvSpPr>
          <p:nvPr>
            <p:ph type="title"/>
          </p:nvPr>
        </p:nvSpPr>
        <p:spPr>
          <a:xfrm>
            <a:off x="244887" y="197602"/>
            <a:ext cx="10515600" cy="598136"/>
          </a:xfrm>
        </p:spPr>
        <p:txBody>
          <a:bodyPr>
            <a:normAutofit fontScale="90000"/>
          </a:bodyPr>
          <a:lstStyle/>
          <a:p>
            <a:r>
              <a:rPr lang="en-US" sz="3000" dirty="0"/>
              <a:t>CDI network inference with </a:t>
            </a:r>
            <a:r>
              <a:rPr lang="en-US" sz="3000" dirty="0" err="1"/>
              <a:t>FlashWeave</a:t>
            </a:r>
            <a:r>
              <a:rPr lang="en-US" sz="3000" dirty="0"/>
              <a:t> (top taxa) – prevalence inside loop</a:t>
            </a:r>
          </a:p>
        </p:txBody>
      </p:sp>
      <p:pic>
        <p:nvPicPr>
          <p:cNvPr id="4098" name="Picture 2">
            <a:extLst>
              <a:ext uri="{FF2B5EF4-FFF2-40B4-BE49-F238E27FC236}">
                <a16:creationId xmlns:a16="http://schemas.microsoft.com/office/drawing/2014/main" id="{CF4DD222-BE7F-3847-43AD-DDDCF95BE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31" y="940881"/>
            <a:ext cx="4303048" cy="553249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2B79B0F-C86C-2578-B22A-F20F6FD00A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486" y="718720"/>
            <a:ext cx="6119627" cy="4371162"/>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5798479D-B920-B59A-613C-AD83233C00DC}"/>
              </a:ext>
            </a:extLst>
          </p:cNvPr>
          <p:cNvSpPr txBox="1"/>
          <p:nvPr/>
        </p:nvSpPr>
        <p:spPr>
          <a:xfrm>
            <a:off x="3762838" y="2690336"/>
            <a:ext cx="1663148" cy="523220"/>
          </a:xfrm>
          <a:prstGeom prst="rect">
            <a:avLst/>
          </a:prstGeom>
          <a:noFill/>
        </p:spPr>
        <p:txBody>
          <a:bodyPr wrap="square" rtlCol="0">
            <a:spAutoFit/>
          </a:bodyPr>
          <a:lstStyle/>
          <a:p>
            <a:r>
              <a:rPr lang="en-US" sz="1400" dirty="0"/>
              <a:t>PEP is still higher for D group.</a:t>
            </a:r>
          </a:p>
        </p:txBody>
      </p:sp>
      <p:sp>
        <p:nvSpPr>
          <p:cNvPr id="4" name="ZoneTexte 3">
            <a:extLst>
              <a:ext uri="{FF2B5EF4-FFF2-40B4-BE49-F238E27FC236}">
                <a16:creationId xmlns:a16="http://schemas.microsoft.com/office/drawing/2014/main" id="{C5482D35-EE77-F45A-91A8-182985F49687}"/>
              </a:ext>
            </a:extLst>
          </p:cNvPr>
          <p:cNvSpPr txBox="1"/>
          <p:nvPr/>
        </p:nvSpPr>
        <p:spPr>
          <a:xfrm>
            <a:off x="3701653" y="5440065"/>
            <a:ext cx="1663148" cy="954107"/>
          </a:xfrm>
          <a:prstGeom prst="rect">
            <a:avLst/>
          </a:prstGeom>
          <a:noFill/>
        </p:spPr>
        <p:txBody>
          <a:bodyPr wrap="square" rtlCol="0">
            <a:spAutoFit/>
          </a:bodyPr>
          <a:lstStyle/>
          <a:p>
            <a:r>
              <a:rPr lang="en-US" sz="1400" dirty="0"/>
              <a:t>Sheldon evenness still consistent with the previous analysis</a:t>
            </a:r>
          </a:p>
        </p:txBody>
      </p:sp>
      <p:sp>
        <p:nvSpPr>
          <p:cNvPr id="5" name="ZoneTexte 4">
            <a:extLst>
              <a:ext uri="{FF2B5EF4-FFF2-40B4-BE49-F238E27FC236}">
                <a16:creationId xmlns:a16="http://schemas.microsoft.com/office/drawing/2014/main" id="{2BFCB613-32F5-8AEF-15DE-E6EFA5E15445}"/>
              </a:ext>
            </a:extLst>
          </p:cNvPr>
          <p:cNvSpPr txBox="1"/>
          <p:nvPr/>
        </p:nvSpPr>
        <p:spPr>
          <a:xfrm>
            <a:off x="6500433" y="5000264"/>
            <a:ext cx="4393387" cy="307777"/>
          </a:xfrm>
          <a:prstGeom prst="rect">
            <a:avLst/>
          </a:prstGeom>
          <a:noFill/>
        </p:spPr>
        <p:txBody>
          <a:bodyPr wrap="square" rtlCol="0">
            <a:spAutoFit/>
          </a:bodyPr>
          <a:lstStyle/>
          <a:p>
            <a:r>
              <a:rPr lang="en-US" sz="1400" dirty="0"/>
              <a:t>Negative and significant correlation between groups</a:t>
            </a:r>
            <a:endParaRPr lang="en-US" sz="1400" dirty="0">
              <a:highlight>
                <a:srgbClr val="FFFF00"/>
              </a:highlight>
            </a:endParaRPr>
          </a:p>
        </p:txBody>
      </p:sp>
    </p:spTree>
    <p:extLst>
      <p:ext uri="{BB962C8B-B14F-4D97-AF65-F5344CB8AC3E}">
        <p14:creationId xmlns:p14="http://schemas.microsoft.com/office/powerpoint/2010/main" val="2748580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F4AB1-ED0F-5A17-FF10-FB85322418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5B2D6AB-5609-6C5D-522D-193AEE6234F1}"/>
              </a:ext>
            </a:extLst>
          </p:cNvPr>
          <p:cNvSpPr>
            <a:spLocks noGrp="1"/>
          </p:cNvSpPr>
          <p:nvPr>
            <p:ph type="title"/>
          </p:nvPr>
        </p:nvSpPr>
        <p:spPr>
          <a:xfrm>
            <a:off x="244887" y="197602"/>
            <a:ext cx="10515600" cy="598136"/>
          </a:xfrm>
        </p:spPr>
        <p:txBody>
          <a:bodyPr>
            <a:normAutofit/>
          </a:bodyPr>
          <a:lstStyle/>
          <a:p>
            <a:r>
              <a:rPr lang="en-US" sz="3000" dirty="0"/>
              <a:t>CRC network inference with </a:t>
            </a:r>
            <a:r>
              <a:rPr lang="en-US" sz="3000" dirty="0" err="1"/>
              <a:t>FlashWeave</a:t>
            </a:r>
            <a:endParaRPr lang="en-US" sz="3000" dirty="0"/>
          </a:p>
        </p:txBody>
      </p:sp>
      <p:sp>
        <p:nvSpPr>
          <p:cNvPr id="3" name="ZoneTexte 2">
            <a:extLst>
              <a:ext uri="{FF2B5EF4-FFF2-40B4-BE49-F238E27FC236}">
                <a16:creationId xmlns:a16="http://schemas.microsoft.com/office/drawing/2014/main" id="{AC32ABF9-51F2-A954-BA0E-D802ADF51CDF}"/>
              </a:ext>
            </a:extLst>
          </p:cNvPr>
          <p:cNvSpPr txBox="1"/>
          <p:nvPr/>
        </p:nvSpPr>
        <p:spPr>
          <a:xfrm>
            <a:off x="355988" y="1033063"/>
            <a:ext cx="6952232" cy="2031325"/>
          </a:xfrm>
          <a:prstGeom prst="rect">
            <a:avLst/>
          </a:prstGeom>
          <a:noFill/>
        </p:spPr>
        <p:txBody>
          <a:bodyPr wrap="square" rtlCol="0">
            <a:spAutoFit/>
          </a:bodyPr>
          <a:lstStyle/>
          <a:p>
            <a:pPr marL="285750" indent="-285750">
              <a:buFontTx/>
              <a:buChar char="-"/>
            </a:pPr>
            <a:r>
              <a:rPr lang="en-US" dirty="0"/>
              <a:t>Number of samples and taxa:</a:t>
            </a:r>
          </a:p>
          <a:p>
            <a:pPr marL="742950" lvl="1" indent="-285750">
              <a:buFontTx/>
              <a:buChar char="-"/>
            </a:pPr>
            <a:r>
              <a:rPr lang="en-US" dirty="0"/>
              <a:t>For control samples: 837 taxa and 251 samples</a:t>
            </a:r>
          </a:p>
          <a:p>
            <a:pPr marL="742950" lvl="1" indent="-285750">
              <a:buFontTx/>
              <a:buChar char="-"/>
            </a:pPr>
            <a:r>
              <a:rPr lang="en-US" dirty="0"/>
              <a:t>For diseased samples: 837 taxa and 324 samples</a:t>
            </a:r>
          </a:p>
          <a:p>
            <a:pPr marL="285750" indent="-285750">
              <a:buFontTx/>
              <a:buChar char="-"/>
            </a:pPr>
            <a:r>
              <a:rPr lang="en-US" dirty="0"/>
              <a:t>Prevalence filtering (5%): </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4" name="ZoneTexte 3">
            <a:extLst>
              <a:ext uri="{FF2B5EF4-FFF2-40B4-BE49-F238E27FC236}">
                <a16:creationId xmlns:a16="http://schemas.microsoft.com/office/drawing/2014/main" id="{B9A25C61-5A35-2FA5-0AC5-16536A74C0F9}"/>
              </a:ext>
            </a:extLst>
          </p:cNvPr>
          <p:cNvSpPr txBox="1"/>
          <p:nvPr/>
        </p:nvSpPr>
        <p:spPr>
          <a:xfrm>
            <a:off x="244887" y="729735"/>
            <a:ext cx="3821880" cy="369332"/>
          </a:xfrm>
          <a:prstGeom prst="rect">
            <a:avLst/>
          </a:prstGeom>
          <a:noFill/>
        </p:spPr>
        <p:txBody>
          <a:bodyPr wrap="none" rtlCol="0">
            <a:spAutoFit/>
          </a:bodyPr>
          <a:lstStyle/>
          <a:p>
            <a:r>
              <a:rPr lang="en-US" b="1" dirty="0"/>
              <a:t>Network construction with all taxa </a:t>
            </a:r>
          </a:p>
        </p:txBody>
      </p:sp>
      <p:sp>
        <p:nvSpPr>
          <p:cNvPr id="5" name="ZoneTexte 4">
            <a:extLst>
              <a:ext uri="{FF2B5EF4-FFF2-40B4-BE49-F238E27FC236}">
                <a16:creationId xmlns:a16="http://schemas.microsoft.com/office/drawing/2014/main" id="{BC8448B7-1823-23ED-79C8-20B2F3160092}"/>
              </a:ext>
            </a:extLst>
          </p:cNvPr>
          <p:cNvSpPr txBox="1"/>
          <p:nvPr/>
        </p:nvSpPr>
        <p:spPr>
          <a:xfrm>
            <a:off x="303409" y="3003543"/>
            <a:ext cx="3859198" cy="369332"/>
          </a:xfrm>
          <a:prstGeom prst="rect">
            <a:avLst/>
          </a:prstGeom>
          <a:noFill/>
        </p:spPr>
        <p:txBody>
          <a:bodyPr wrap="none" rtlCol="0">
            <a:spAutoFit/>
          </a:bodyPr>
          <a:lstStyle/>
          <a:p>
            <a:r>
              <a:rPr lang="en-US" b="1" dirty="0"/>
              <a:t>Network construction with top taxa</a:t>
            </a:r>
          </a:p>
        </p:txBody>
      </p:sp>
      <p:sp>
        <p:nvSpPr>
          <p:cNvPr id="6" name="ZoneTexte 5">
            <a:extLst>
              <a:ext uri="{FF2B5EF4-FFF2-40B4-BE49-F238E27FC236}">
                <a16:creationId xmlns:a16="http://schemas.microsoft.com/office/drawing/2014/main" id="{7518BFAC-B611-2133-392F-4D6DA99F506A}"/>
              </a:ext>
            </a:extLst>
          </p:cNvPr>
          <p:cNvSpPr txBox="1"/>
          <p:nvPr/>
        </p:nvSpPr>
        <p:spPr>
          <a:xfrm>
            <a:off x="4626846" y="3506731"/>
            <a:ext cx="6952232" cy="1200329"/>
          </a:xfrm>
          <a:prstGeom prst="rect">
            <a:avLst/>
          </a:prstGeom>
          <a:noFill/>
        </p:spPr>
        <p:txBody>
          <a:bodyPr wrap="square" rtlCol="0">
            <a:spAutoFit/>
          </a:bodyPr>
          <a:lstStyle/>
          <a:p>
            <a:pPr marL="285750" indent="-285750">
              <a:buFontTx/>
              <a:buChar char="-"/>
            </a:pPr>
            <a:r>
              <a:rPr lang="en-US" dirty="0"/>
              <a:t>Abundance filtering (top 1%): </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pic>
        <p:nvPicPr>
          <p:cNvPr id="8194" name="Picture 2">
            <a:extLst>
              <a:ext uri="{FF2B5EF4-FFF2-40B4-BE49-F238E27FC236}">
                <a16:creationId xmlns:a16="http://schemas.microsoft.com/office/drawing/2014/main" id="{2FC6A44B-F750-62F1-3BA8-D66AD1242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334" y="3506731"/>
            <a:ext cx="4159192" cy="2970851"/>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4C9F4680-41D4-77D0-335A-D888A5366B10}"/>
              </a:ext>
            </a:extLst>
          </p:cNvPr>
          <p:cNvSpPr txBox="1"/>
          <p:nvPr/>
        </p:nvSpPr>
        <p:spPr>
          <a:xfrm>
            <a:off x="7308220" y="309077"/>
            <a:ext cx="3906559" cy="830997"/>
          </a:xfrm>
          <a:prstGeom prst="rect">
            <a:avLst/>
          </a:prstGeom>
          <a:noFill/>
        </p:spPr>
        <p:txBody>
          <a:bodyPr wrap="square" rtlCol="0">
            <a:spAutoFit/>
          </a:bodyPr>
          <a:lstStyle/>
          <a:p>
            <a:r>
              <a:rPr lang="en-US" sz="1600" b="1" dirty="0">
                <a:solidFill>
                  <a:srgbClr val="FF0000"/>
                </a:solidFill>
              </a:rPr>
              <a:t>This dataset was not rarefied since we do not have raw counts (and thus library size) to do so.</a:t>
            </a:r>
          </a:p>
        </p:txBody>
      </p:sp>
    </p:spTree>
    <p:extLst>
      <p:ext uri="{BB962C8B-B14F-4D97-AF65-F5344CB8AC3E}">
        <p14:creationId xmlns:p14="http://schemas.microsoft.com/office/powerpoint/2010/main" val="255955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4ED3D-C000-8200-BBFE-6AF8A77F37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06BD7D1-9D5F-B546-26FF-FA3969D35EAB}"/>
              </a:ext>
            </a:extLst>
          </p:cNvPr>
          <p:cNvSpPr>
            <a:spLocks noGrp="1"/>
          </p:cNvSpPr>
          <p:nvPr>
            <p:ph type="title"/>
          </p:nvPr>
        </p:nvSpPr>
        <p:spPr>
          <a:xfrm>
            <a:off x="244887" y="197602"/>
            <a:ext cx="10515600" cy="598136"/>
          </a:xfrm>
        </p:spPr>
        <p:txBody>
          <a:bodyPr>
            <a:normAutofit/>
          </a:bodyPr>
          <a:lstStyle/>
          <a:p>
            <a:r>
              <a:rPr lang="en-US" sz="3000" dirty="0"/>
              <a:t>CRC network inference with </a:t>
            </a:r>
            <a:r>
              <a:rPr lang="en-US" sz="3000" dirty="0" err="1"/>
              <a:t>FlashWeave</a:t>
            </a:r>
            <a:r>
              <a:rPr lang="en-US" sz="3000" dirty="0"/>
              <a:t> – prevalence inside loop</a:t>
            </a:r>
          </a:p>
        </p:txBody>
      </p:sp>
      <p:pic>
        <p:nvPicPr>
          <p:cNvPr id="5122" name="Picture 2">
            <a:extLst>
              <a:ext uri="{FF2B5EF4-FFF2-40B4-BE49-F238E27FC236}">
                <a16:creationId xmlns:a16="http://schemas.microsoft.com/office/drawing/2014/main" id="{EF4E0CC3-8A5E-306B-3652-F4EA657FF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30" y="882823"/>
            <a:ext cx="4405039" cy="566362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932755BF-E9E5-C944-A9B1-7BFC186700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6138" y="730424"/>
            <a:ext cx="5040975" cy="3600697"/>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CFD6D60B-B7D7-8151-20BC-368FDE82BB8B}"/>
              </a:ext>
            </a:extLst>
          </p:cNvPr>
          <p:cNvSpPr txBox="1"/>
          <p:nvPr/>
        </p:nvSpPr>
        <p:spPr>
          <a:xfrm>
            <a:off x="4229056" y="2905780"/>
            <a:ext cx="2251572" cy="523220"/>
          </a:xfrm>
          <a:prstGeom prst="rect">
            <a:avLst/>
          </a:prstGeom>
          <a:noFill/>
        </p:spPr>
        <p:txBody>
          <a:bodyPr wrap="square" rtlCol="0">
            <a:spAutoFit/>
          </a:bodyPr>
          <a:lstStyle/>
          <a:p>
            <a:r>
              <a:rPr lang="en-US" sz="1400" dirty="0"/>
              <a:t>Same trend as without prevalence inside the loop</a:t>
            </a:r>
          </a:p>
        </p:txBody>
      </p:sp>
    </p:spTree>
    <p:extLst>
      <p:ext uri="{BB962C8B-B14F-4D97-AF65-F5344CB8AC3E}">
        <p14:creationId xmlns:p14="http://schemas.microsoft.com/office/powerpoint/2010/main" val="1625749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2516B-F9BC-9B24-774C-1E31AC9CF1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D0186CC-AC4F-4113-4BB2-583EA3BFDA41}"/>
              </a:ext>
            </a:extLst>
          </p:cNvPr>
          <p:cNvSpPr>
            <a:spLocks noGrp="1"/>
          </p:cNvSpPr>
          <p:nvPr>
            <p:ph type="title"/>
          </p:nvPr>
        </p:nvSpPr>
        <p:spPr>
          <a:xfrm>
            <a:off x="244886" y="197602"/>
            <a:ext cx="10880313" cy="598136"/>
          </a:xfrm>
        </p:spPr>
        <p:txBody>
          <a:bodyPr>
            <a:normAutofit fontScale="90000"/>
          </a:bodyPr>
          <a:lstStyle/>
          <a:p>
            <a:r>
              <a:rPr lang="en-US" sz="3000" dirty="0"/>
              <a:t>CRC network inference with </a:t>
            </a:r>
            <a:r>
              <a:rPr lang="en-US" sz="3000" dirty="0" err="1"/>
              <a:t>FlashWeave</a:t>
            </a:r>
            <a:r>
              <a:rPr lang="en-US" sz="3000" dirty="0"/>
              <a:t> (top taxa) – prevalence inside loop</a:t>
            </a:r>
          </a:p>
        </p:txBody>
      </p:sp>
      <p:pic>
        <p:nvPicPr>
          <p:cNvPr id="6146" name="Picture 2">
            <a:extLst>
              <a:ext uri="{FF2B5EF4-FFF2-40B4-BE49-F238E27FC236}">
                <a16:creationId xmlns:a16="http://schemas.microsoft.com/office/drawing/2014/main" id="{1C04B13F-A0E9-E6D8-F92E-99ABEC2B5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85" y="914400"/>
            <a:ext cx="4278489" cy="550091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F5900D3-B67E-18A4-8A04-17923FC42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8343" y="795738"/>
            <a:ext cx="5312229" cy="3794449"/>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710BC434-7708-1D35-0FF2-899784AAA6F5}"/>
              </a:ext>
            </a:extLst>
          </p:cNvPr>
          <p:cNvSpPr txBox="1"/>
          <p:nvPr/>
        </p:nvSpPr>
        <p:spPr>
          <a:xfrm>
            <a:off x="4083913" y="3058533"/>
            <a:ext cx="2251572" cy="523220"/>
          </a:xfrm>
          <a:prstGeom prst="rect">
            <a:avLst/>
          </a:prstGeom>
          <a:noFill/>
        </p:spPr>
        <p:txBody>
          <a:bodyPr wrap="square" rtlCol="0">
            <a:spAutoFit/>
          </a:bodyPr>
          <a:lstStyle/>
          <a:p>
            <a:r>
              <a:rPr lang="en-US" sz="1400" dirty="0"/>
              <a:t>Same trend as without prevalence inside the loop</a:t>
            </a:r>
          </a:p>
        </p:txBody>
      </p:sp>
    </p:spTree>
    <p:extLst>
      <p:ext uri="{BB962C8B-B14F-4D97-AF65-F5344CB8AC3E}">
        <p14:creationId xmlns:p14="http://schemas.microsoft.com/office/powerpoint/2010/main" val="2593715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D5080-EC8A-8C63-2998-57C23BE75E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1438B48-A838-194E-DDB2-1A80110B5B9C}"/>
              </a:ext>
            </a:extLst>
          </p:cNvPr>
          <p:cNvSpPr>
            <a:spLocks noGrp="1"/>
          </p:cNvSpPr>
          <p:nvPr>
            <p:ph type="title"/>
          </p:nvPr>
        </p:nvSpPr>
        <p:spPr>
          <a:xfrm>
            <a:off x="244886" y="197602"/>
            <a:ext cx="10880313" cy="598136"/>
          </a:xfrm>
        </p:spPr>
        <p:txBody>
          <a:bodyPr>
            <a:normAutofit/>
          </a:bodyPr>
          <a:lstStyle/>
          <a:p>
            <a:r>
              <a:rPr lang="en-US" sz="3000" dirty="0"/>
              <a:t>Supplementary notes and questions</a:t>
            </a:r>
          </a:p>
        </p:txBody>
      </p:sp>
      <p:sp>
        <p:nvSpPr>
          <p:cNvPr id="4" name="ZoneTexte 3">
            <a:extLst>
              <a:ext uri="{FF2B5EF4-FFF2-40B4-BE49-F238E27FC236}">
                <a16:creationId xmlns:a16="http://schemas.microsoft.com/office/drawing/2014/main" id="{BC5878A2-4452-6A62-5E00-32FE063733F4}"/>
              </a:ext>
            </a:extLst>
          </p:cNvPr>
          <p:cNvSpPr txBox="1"/>
          <p:nvPr/>
        </p:nvSpPr>
        <p:spPr>
          <a:xfrm>
            <a:off x="362857" y="849086"/>
            <a:ext cx="8563429" cy="2031325"/>
          </a:xfrm>
          <a:prstGeom prst="rect">
            <a:avLst/>
          </a:prstGeom>
          <a:noFill/>
        </p:spPr>
        <p:txBody>
          <a:bodyPr wrap="square" rtlCol="0">
            <a:spAutoFit/>
          </a:bodyPr>
          <a:lstStyle/>
          <a:p>
            <a:pPr marL="285750" indent="-285750">
              <a:buFontTx/>
              <a:buChar char="-"/>
            </a:pPr>
            <a:r>
              <a:rPr lang="en-US" dirty="0"/>
              <a:t>They did not mention the parameters they used for </a:t>
            </a:r>
            <a:r>
              <a:rPr lang="en-US" dirty="0" err="1"/>
              <a:t>FlashWeave</a:t>
            </a:r>
            <a:r>
              <a:rPr lang="en-US" dirty="0"/>
              <a:t>, nor the preprocessing steps before using </a:t>
            </a:r>
            <a:r>
              <a:rPr lang="en-US" dirty="0" err="1"/>
              <a:t>FlashWeave</a:t>
            </a:r>
            <a:r>
              <a:rPr lang="en-US" dirty="0"/>
              <a:t> (prevalence, abundance filtering)</a:t>
            </a:r>
          </a:p>
          <a:p>
            <a:pPr marL="285750" indent="-285750">
              <a:buFontTx/>
              <a:buChar char="-"/>
            </a:pPr>
            <a:r>
              <a:rPr lang="en-US" dirty="0"/>
              <a:t>For the two other tools, it is mentioned, but for BEEM only a general function exists, for which they did prevalence filtering of 30% and abundance filtering of 1% for all datasets.</a:t>
            </a:r>
          </a:p>
          <a:p>
            <a:pPr marL="285750" indent="-285750">
              <a:buFontTx/>
              <a:buChar char="-"/>
            </a:pPr>
            <a:r>
              <a:rPr lang="en-US" dirty="0"/>
              <a:t>For healthy cohorts, I did not find preprocessed datasets for </a:t>
            </a:r>
            <a:r>
              <a:rPr lang="en-US" dirty="0" err="1"/>
              <a:t>Harfvarson</a:t>
            </a:r>
            <a:r>
              <a:rPr lang="en-US" dirty="0"/>
              <a:t> (2019, Nature), only metadata in Supplementary Material</a:t>
            </a:r>
          </a:p>
        </p:txBody>
      </p:sp>
    </p:spTree>
    <p:extLst>
      <p:ext uri="{BB962C8B-B14F-4D97-AF65-F5344CB8AC3E}">
        <p14:creationId xmlns:p14="http://schemas.microsoft.com/office/powerpoint/2010/main" val="16124618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846</Words>
  <Application>Microsoft Office PowerPoint</Application>
  <PresentationFormat>Grand écran</PresentationFormat>
  <Paragraphs>89</Paragraphs>
  <Slides>12</Slides>
  <Notes>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Aptos</vt:lpstr>
      <vt:lpstr>Aptos Display</vt:lpstr>
      <vt:lpstr>Arial</vt:lpstr>
      <vt:lpstr>Thème Office</vt:lpstr>
      <vt:lpstr>Re-analysis of Corral Lopez (2026) </vt:lpstr>
      <vt:lpstr>IBD network inference with FlashWeave</vt:lpstr>
      <vt:lpstr>IBD network inference with FlashWeave – prevalence inside loop</vt:lpstr>
      <vt:lpstr>IBD network inference with FlashWeave (for top taxa) – prevalence inside loop</vt:lpstr>
      <vt:lpstr>IBS network inference with FlashWeave</vt:lpstr>
      <vt:lpstr>CDI network inference with FlashWeave</vt:lpstr>
      <vt:lpstr>CDI network inference with FlashWeave – prevalence inside loop </vt:lpstr>
      <vt:lpstr>CDI network inference with FlashWeave (top taxa) – prevalence inside loop</vt:lpstr>
      <vt:lpstr>CRC network inference with FlashWeave</vt:lpstr>
      <vt:lpstr>CRC network inference with FlashWeave – prevalence inside loop</vt:lpstr>
      <vt:lpstr>CRC network inference with FlashWeave (top taxa) – prevalence inside loop</vt:lpstr>
      <vt:lpstr>Supplementary notes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Rahali Masbouri</dc:creator>
  <cp:lastModifiedBy>Mariam Rahali Masbouri</cp:lastModifiedBy>
  <cp:revision>1</cp:revision>
  <dcterms:created xsi:type="dcterms:W3CDTF">2026-03-23T20:45:52Z</dcterms:created>
  <dcterms:modified xsi:type="dcterms:W3CDTF">2026-03-26T07:59:20Z</dcterms:modified>
</cp:coreProperties>
</file>